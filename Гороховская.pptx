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0" r:id="rId3"/>
    <p:sldId id="263" r:id="rId4"/>
    <p:sldId id="264" r:id="rId5"/>
    <p:sldId id="267" r:id="rId6"/>
    <p:sldId id="268" r:id="rId7"/>
    <p:sldId id="265" r:id="rId8"/>
    <p:sldId id="266" r:id="rId9"/>
    <p:sldId id="269" r:id="rId10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25AA6"/>
    <a:srgbClr val="00803B"/>
    <a:srgbClr val="32B824"/>
    <a:srgbClr val="FFFFFF"/>
    <a:srgbClr val="144A0E"/>
    <a:srgbClr val="1F7416"/>
    <a:srgbClr val="258A1A"/>
    <a:srgbClr val="29971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648"/>
  </p:normalViewPr>
  <p:slideViewPr>
    <p:cSldViewPr snapToGrid="0">
      <p:cViewPr varScale="1">
        <p:scale>
          <a:sx n="106" d="100"/>
          <a:sy n="106" d="100"/>
        </p:scale>
        <p:origin x="75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ctrTitle" hasCustomPrompt="1"/>
          </p:nvPr>
        </p:nvSpPr>
        <p:spPr>
          <a:xfrm>
            <a:off x="1243208" y="2858518"/>
            <a:ext cx="9144000" cy="1668284"/>
          </a:xfrm>
        </p:spPr>
        <p:txBody>
          <a:bodyPr anchor="b"/>
          <a:lstStyle>
            <a:lvl1pPr algn="l">
              <a:lnSpc>
                <a:spcPct val="100000"/>
              </a:lnSpc>
              <a:defRPr sz="60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ru-RU" dirty="0"/>
              <a:t>Заголовок</a:t>
            </a:r>
            <a:br>
              <a:rPr lang="ru-RU" dirty="0"/>
            </a:br>
            <a:r>
              <a:rPr lang="ru-RU" dirty="0" err="1"/>
              <a:t>заголовок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 hasCustomPrompt="1"/>
          </p:nvPr>
        </p:nvSpPr>
        <p:spPr>
          <a:xfrm>
            <a:off x="1243208" y="4700789"/>
            <a:ext cx="9144000" cy="678712"/>
          </a:xfrm>
        </p:spPr>
        <p:txBody>
          <a:bodyPr/>
          <a:lstStyle>
            <a:lvl1pPr marL="0" indent="0" algn="l">
              <a:lnSpc>
                <a:spcPct val="100000"/>
              </a:lnSpc>
              <a:buNone/>
              <a:defRPr sz="2400">
                <a:latin typeface="PermianSansTypeface" panose="02000000000000000000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dirty="0"/>
              <a:t>подзаголовок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972751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600">
                <a:solidFill>
                  <a:schemeClr val="bg1"/>
                </a:solidFill>
              </a:defRPr>
            </a:lvl1pPr>
          </a:lstStyle>
          <a:p>
            <a:fld id="{F5179A5D-2E1E-4122-8255-844A0375AB5C}" type="datetimeFigureOut">
              <a:rPr lang="ru-RU" smtClean="0"/>
              <a:pPr/>
              <a:t>14.01.2026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 sz="1600">
                <a:solidFill>
                  <a:schemeClr val="bg1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600">
                <a:solidFill>
                  <a:schemeClr val="bg1"/>
                </a:solidFill>
              </a:defRPr>
            </a:lvl1pPr>
          </a:lstStyle>
          <a:p>
            <a:fld id="{D939E064-4929-463C-BE93-599F78C1F975}" type="slidenum">
              <a:rPr lang="ru-RU" smtClean="0"/>
              <a:pPr/>
              <a:t>‹#›</a:t>
            </a:fld>
            <a:endParaRPr lang="ru-RU"/>
          </a:p>
        </p:txBody>
      </p:sp>
      <p:pic>
        <p:nvPicPr>
          <p:cNvPr id="9" name="Рисунок 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751" y="764789"/>
            <a:ext cx="1237049" cy="1237049"/>
          </a:xfrm>
          <a:prstGeom prst="rect">
            <a:avLst/>
          </a:prstGeom>
        </p:spPr>
      </p:pic>
      <p:sp>
        <p:nvSpPr>
          <p:cNvPr id="10" name="Прямоугольник 9"/>
          <p:cNvSpPr/>
          <p:nvPr userDrawn="1"/>
        </p:nvSpPr>
        <p:spPr>
          <a:xfrm>
            <a:off x="972751" y="2559028"/>
            <a:ext cx="109074" cy="2820473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Прямоугольник 10"/>
          <p:cNvSpPr/>
          <p:nvPr userDrawn="1"/>
        </p:nvSpPr>
        <p:spPr>
          <a:xfrm>
            <a:off x="10321689" y="229031"/>
            <a:ext cx="662088" cy="694891"/>
          </a:xfrm>
          <a:prstGeom prst="rect">
            <a:avLst/>
          </a:prstGeom>
          <a:solidFill>
            <a:schemeClr val="bg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Прямоугольник 11"/>
          <p:cNvSpPr/>
          <p:nvPr userDrawn="1"/>
        </p:nvSpPr>
        <p:spPr>
          <a:xfrm>
            <a:off x="10969171" y="-28046"/>
            <a:ext cx="1222829" cy="1283414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рямоугольник 12"/>
          <p:cNvSpPr/>
          <p:nvPr userDrawn="1"/>
        </p:nvSpPr>
        <p:spPr>
          <a:xfrm>
            <a:off x="10572483" y="644154"/>
            <a:ext cx="954313" cy="1001594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Прямоугольник 13"/>
          <p:cNvSpPr/>
          <p:nvPr userDrawn="1"/>
        </p:nvSpPr>
        <p:spPr>
          <a:xfrm>
            <a:off x="11132457" y="5169133"/>
            <a:ext cx="1059543" cy="1112038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Прямоугольник 14"/>
          <p:cNvSpPr/>
          <p:nvPr userDrawn="1"/>
        </p:nvSpPr>
        <p:spPr>
          <a:xfrm>
            <a:off x="11433892" y="4646864"/>
            <a:ext cx="573678" cy="602101"/>
          </a:xfrm>
          <a:prstGeom prst="rect">
            <a:avLst/>
          </a:prstGeom>
          <a:solidFill>
            <a:schemeClr val="bg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Прямоугольник 15"/>
          <p:cNvSpPr/>
          <p:nvPr userDrawn="1"/>
        </p:nvSpPr>
        <p:spPr>
          <a:xfrm>
            <a:off x="10830666" y="5664686"/>
            <a:ext cx="993018" cy="1042217"/>
          </a:xfrm>
          <a:prstGeom prst="rect">
            <a:avLst/>
          </a:prstGeom>
          <a:solidFill>
            <a:schemeClr val="bg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Прямоугольник 16"/>
          <p:cNvSpPr/>
          <p:nvPr userDrawn="1"/>
        </p:nvSpPr>
        <p:spPr>
          <a:xfrm>
            <a:off x="10049401" y="3948216"/>
            <a:ext cx="595302" cy="624796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" name="Прямоугольник 17"/>
          <p:cNvSpPr/>
          <p:nvPr userDrawn="1"/>
        </p:nvSpPr>
        <p:spPr>
          <a:xfrm>
            <a:off x="10460196" y="3754568"/>
            <a:ext cx="369013" cy="387296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" name="Прямоугольник 18"/>
          <p:cNvSpPr/>
          <p:nvPr userDrawn="1"/>
        </p:nvSpPr>
        <p:spPr>
          <a:xfrm>
            <a:off x="11293215" y="2514070"/>
            <a:ext cx="369013" cy="387296"/>
          </a:xfrm>
          <a:prstGeom prst="rect">
            <a:avLst/>
          </a:prstGeom>
          <a:solidFill>
            <a:schemeClr val="bg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Прямоугольник 19"/>
          <p:cNvSpPr/>
          <p:nvPr userDrawn="1"/>
        </p:nvSpPr>
        <p:spPr>
          <a:xfrm>
            <a:off x="375138" y="5969054"/>
            <a:ext cx="369013" cy="387296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Прямоугольник 20"/>
          <p:cNvSpPr/>
          <p:nvPr userDrawn="1"/>
        </p:nvSpPr>
        <p:spPr>
          <a:xfrm>
            <a:off x="-181705" y="6066489"/>
            <a:ext cx="662088" cy="694891"/>
          </a:xfrm>
          <a:prstGeom prst="rect">
            <a:avLst/>
          </a:prstGeom>
          <a:solidFill>
            <a:schemeClr val="bg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2" name="Прямоугольник 21"/>
          <p:cNvSpPr/>
          <p:nvPr userDrawn="1"/>
        </p:nvSpPr>
        <p:spPr>
          <a:xfrm>
            <a:off x="10566898" y="6094197"/>
            <a:ext cx="369013" cy="387296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33769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179A5D-2E1E-4122-8255-844A0375AB5C}" type="datetimeFigureOut">
              <a:rPr lang="ru-RU" smtClean="0"/>
              <a:pPr/>
              <a:t>14.01.2026</a:t>
            </a:fld>
            <a:endParaRPr lang="ru-RU" dirty="0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9E064-4929-463C-BE93-599F78C1F975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6" name="Прямоугольник 5"/>
          <p:cNvSpPr/>
          <p:nvPr userDrawn="1"/>
        </p:nvSpPr>
        <p:spPr>
          <a:xfrm>
            <a:off x="0" y="365124"/>
            <a:ext cx="12192000" cy="132556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lnSpc>
                <a:spcPct val="100000"/>
              </a:lnSpc>
              <a:defRPr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9" name="Текст 8"/>
          <p:cNvSpPr>
            <a:spLocks noGrp="1"/>
          </p:cNvSpPr>
          <p:nvPr>
            <p:ph type="body" sz="quarter" idx="13"/>
          </p:nvPr>
        </p:nvSpPr>
        <p:spPr>
          <a:xfrm>
            <a:off x="838200" y="1851660"/>
            <a:ext cx="10515600" cy="4274503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32353270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124531" y="524933"/>
            <a:ext cx="3650668" cy="2051579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4400">
                <a:solidFill>
                  <a:schemeClr val="accent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5411362" y="1375304"/>
            <a:ext cx="4857750" cy="73818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" name="Рисунок 6"/>
          <p:cNvSpPr>
            <a:spLocks noGrp="1"/>
          </p:cNvSpPr>
          <p:nvPr>
            <p:ph type="pic" sz="quarter" idx="13"/>
          </p:nvPr>
        </p:nvSpPr>
        <p:spPr>
          <a:xfrm>
            <a:off x="5360563" y="3037417"/>
            <a:ext cx="6831437" cy="3236383"/>
          </a:xfrm>
          <a:noFill/>
        </p:spPr>
        <p:txBody>
          <a:bodyPr/>
          <a:lstStyle/>
          <a:p>
            <a:endParaRPr lang="ru-RU" dirty="0"/>
          </a:p>
        </p:txBody>
      </p:sp>
      <p:sp>
        <p:nvSpPr>
          <p:cNvPr id="8" name="Рисунок 6"/>
          <p:cNvSpPr>
            <a:spLocks noGrp="1"/>
          </p:cNvSpPr>
          <p:nvPr>
            <p:ph type="pic" sz="quarter" idx="14"/>
          </p:nvPr>
        </p:nvSpPr>
        <p:spPr>
          <a:xfrm>
            <a:off x="1122044" y="3037417"/>
            <a:ext cx="3873289" cy="3236383"/>
          </a:xfrm>
          <a:noFill/>
        </p:spPr>
        <p:txBody>
          <a:bodyPr/>
          <a:lstStyle/>
          <a:p>
            <a:endParaRPr lang="ru-RU" dirty="0"/>
          </a:p>
        </p:txBody>
      </p:sp>
      <p:sp>
        <p:nvSpPr>
          <p:cNvPr id="9" name="Прямоугольник 8"/>
          <p:cNvSpPr/>
          <p:nvPr userDrawn="1"/>
        </p:nvSpPr>
        <p:spPr>
          <a:xfrm>
            <a:off x="0" y="0"/>
            <a:ext cx="16933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Прямоугольник 11"/>
          <p:cNvSpPr/>
          <p:nvPr userDrawn="1"/>
        </p:nvSpPr>
        <p:spPr>
          <a:xfrm>
            <a:off x="11618322" y="524933"/>
            <a:ext cx="573678" cy="6021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рямоугольник 12"/>
          <p:cNvSpPr/>
          <p:nvPr userDrawn="1"/>
        </p:nvSpPr>
        <p:spPr>
          <a:xfrm>
            <a:off x="10974229" y="229763"/>
            <a:ext cx="281236" cy="29517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Прямоугольник 13"/>
          <p:cNvSpPr/>
          <p:nvPr userDrawn="1"/>
        </p:nvSpPr>
        <p:spPr>
          <a:xfrm>
            <a:off x="368402" y="5913315"/>
            <a:ext cx="388412" cy="40765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284727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F5179A5D-2E1E-4122-8255-844A0375AB5C}" type="datetimeFigureOut">
              <a:rPr lang="ru-RU" smtClean="0"/>
              <a:pPr/>
              <a:t>14.01.2026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D939E064-4929-463C-BE93-599F78C1F975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5" name="Рисунок 6"/>
          <p:cNvSpPr>
            <a:spLocks noGrp="1"/>
          </p:cNvSpPr>
          <p:nvPr>
            <p:ph type="pic" sz="quarter" idx="13"/>
          </p:nvPr>
        </p:nvSpPr>
        <p:spPr>
          <a:xfrm>
            <a:off x="0" y="988484"/>
            <a:ext cx="8610600" cy="3414183"/>
          </a:xfrm>
          <a:noFill/>
        </p:spPr>
        <p:txBody>
          <a:bodyPr/>
          <a:lstStyle/>
          <a:p>
            <a:endParaRPr lang="ru-RU" dirty="0"/>
          </a:p>
        </p:txBody>
      </p:sp>
      <p:sp>
        <p:nvSpPr>
          <p:cNvPr id="6" name="Заголовок 1"/>
          <p:cNvSpPr>
            <a:spLocks noGrp="1"/>
          </p:cNvSpPr>
          <p:nvPr>
            <p:ph type="title"/>
          </p:nvPr>
        </p:nvSpPr>
        <p:spPr>
          <a:xfrm>
            <a:off x="7703132" y="1580885"/>
            <a:ext cx="3650668" cy="2051579"/>
          </a:xfrm>
        </p:spPr>
        <p:txBody>
          <a:bodyPr anchor="b">
            <a:noAutofit/>
          </a:bodyPr>
          <a:lstStyle>
            <a:lvl1pPr>
              <a:lnSpc>
                <a:spcPct val="100000"/>
              </a:lnSpc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7" name="Текст 2"/>
          <p:cNvSpPr>
            <a:spLocks noGrp="1"/>
          </p:cNvSpPr>
          <p:nvPr>
            <p:ph type="body" idx="1"/>
          </p:nvPr>
        </p:nvSpPr>
        <p:spPr>
          <a:xfrm>
            <a:off x="838200" y="4847961"/>
            <a:ext cx="2743200" cy="73818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8" name="Текст 2"/>
          <p:cNvSpPr>
            <a:spLocks noGrp="1"/>
          </p:cNvSpPr>
          <p:nvPr>
            <p:ph type="body" idx="14"/>
          </p:nvPr>
        </p:nvSpPr>
        <p:spPr>
          <a:xfrm>
            <a:off x="4038600" y="4847960"/>
            <a:ext cx="2743200" cy="73818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9" name="Текст 2"/>
          <p:cNvSpPr>
            <a:spLocks noGrp="1"/>
          </p:cNvSpPr>
          <p:nvPr>
            <p:ph type="body" idx="15"/>
          </p:nvPr>
        </p:nvSpPr>
        <p:spPr>
          <a:xfrm>
            <a:off x="7239000" y="4842934"/>
            <a:ext cx="2743200" cy="73818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0" name="Прямоугольник 9"/>
          <p:cNvSpPr/>
          <p:nvPr userDrawn="1"/>
        </p:nvSpPr>
        <p:spPr>
          <a:xfrm>
            <a:off x="624956" y="4834581"/>
            <a:ext cx="192346" cy="20187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Прямоугольник 10"/>
          <p:cNvSpPr/>
          <p:nvPr userDrawn="1"/>
        </p:nvSpPr>
        <p:spPr>
          <a:xfrm>
            <a:off x="8344945" y="674600"/>
            <a:ext cx="573678" cy="6021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Прямоугольник 11"/>
          <p:cNvSpPr/>
          <p:nvPr userDrawn="1"/>
        </p:nvSpPr>
        <p:spPr>
          <a:xfrm>
            <a:off x="6597293" y="218281"/>
            <a:ext cx="369013" cy="38729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рямоугольник 12"/>
          <p:cNvSpPr/>
          <p:nvPr userDrawn="1"/>
        </p:nvSpPr>
        <p:spPr>
          <a:xfrm>
            <a:off x="3846254" y="4834581"/>
            <a:ext cx="192346" cy="20187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Прямоугольник 13"/>
          <p:cNvSpPr/>
          <p:nvPr userDrawn="1"/>
        </p:nvSpPr>
        <p:spPr>
          <a:xfrm>
            <a:off x="7046654" y="4834581"/>
            <a:ext cx="192346" cy="20187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952827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Прямоугольник 10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46311" y="2478088"/>
            <a:ext cx="4857750" cy="2852737"/>
          </a:xfrm>
        </p:spPr>
        <p:txBody>
          <a:bodyPr anchor="b"/>
          <a:lstStyle>
            <a:lvl1pPr>
              <a:lnSpc>
                <a:spcPct val="100000"/>
              </a:lnSpc>
              <a:defRPr sz="60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546311" y="5357813"/>
            <a:ext cx="4857750" cy="738187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" name="Рисунок 6"/>
          <p:cNvSpPr>
            <a:spLocks noGrp="1"/>
          </p:cNvSpPr>
          <p:nvPr>
            <p:ph type="pic" sz="quarter" idx="13"/>
          </p:nvPr>
        </p:nvSpPr>
        <p:spPr>
          <a:xfrm>
            <a:off x="8805332" y="0"/>
            <a:ext cx="3081867" cy="6858000"/>
          </a:xfrm>
          <a:noFill/>
        </p:spPr>
        <p:txBody>
          <a:bodyPr/>
          <a:lstStyle/>
          <a:p>
            <a:endParaRPr lang="ru-RU" dirty="0"/>
          </a:p>
        </p:txBody>
      </p:sp>
      <p:sp>
        <p:nvSpPr>
          <p:cNvPr id="8" name="Рисунок 6"/>
          <p:cNvSpPr>
            <a:spLocks noGrp="1"/>
          </p:cNvSpPr>
          <p:nvPr>
            <p:ph type="pic" sz="quarter" idx="14"/>
          </p:nvPr>
        </p:nvSpPr>
        <p:spPr>
          <a:xfrm>
            <a:off x="5621867" y="0"/>
            <a:ext cx="3064933" cy="6858000"/>
          </a:xfrm>
          <a:noFill/>
        </p:spPr>
        <p:txBody>
          <a:bodyPr/>
          <a:lstStyle/>
          <a:p>
            <a:endParaRPr lang="ru-RU" dirty="0"/>
          </a:p>
        </p:txBody>
      </p:sp>
      <p:sp>
        <p:nvSpPr>
          <p:cNvPr id="13" name="Прямоугольник 12"/>
          <p:cNvSpPr/>
          <p:nvPr userDrawn="1"/>
        </p:nvSpPr>
        <p:spPr>
          <a:xfrm>
            <a:off x="3979964" y="299371"/>
            <a:ext cx="662088" cy="694891"/>
          </a:xfrm>
          <a:prstGeom prst="rect">
            <a:avLst/>
          </a:prstGeom>
          <a:solidFill>
            <a:schemeClr val="bg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Прямоугольник 13"/>
          <p:cNvSpPr/>
          <p:nvPr userDrawn="1"/>
        </p:nvSpPr>
        <p:spPr>
          <a:xfrm>
            <a:off x="4621992" y="0"/>
            <a:ext cx="1222829" cy="1283414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Прямоугольник 14"/>
          <p:cNvSpPr/>
          <p:nvPr userDrawn="1"/>
        </p:nvSpPr>
        <p:spPr>
          <a:xfrm>
            <a:off x="4230758" y="714494"/>
            <a:ext cx="954313" cy="1001594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Прямоугольник 15"/>
          <p:cNvSpPr/>
          <p:nvPr userDrawn="1"/>
        </p:nvSpPr>
        <p:spPr>
          <a:xfrm>
            <a:off x="11919658" y="6065674"/>
            <a:ext cx="369013" cy="387296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Прямоугольник 16"/>
          <p:cNvSpPr/>
          <p:nvPr userDrawn="1"/>
        </p:nvSpPr>
        <p:spPr>
          <a:xfrm>
            <a:off x="11362815" y="6163109"/>
            <a:ext cx="662088" cy="694891"/>
          </a:xfrm>
          <a:prstGeom prst="rect">
            <a:avLst/>
          </a:prstGeom>
          <a:solidFill>
            <a:schemeClr val="bg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60193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EFAULT-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 userDrawn="1"/>
        </p:nvSpPr>
        <p:spPr>
          <a:xfrm>
            <a:off x="-1" y="0"/>
            <a:ext cx="12192001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Заголовок 1"/>
          <p:cNvSpPr>
            <a:spLocks noGrp="1"/>
          </p:cNvSpPr>
          <p:nvPr>
            <p:ph type="title"/>
          </p:nvPr>
        </p:nvSpPr>
        <p:spPr>
          <a:xfrm>
            <a:off x="838200" y="2248429"/>
            <a:ext cx="3869267" cy="236114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lnSpc>
                <a:spcPct val="100000"/>
              </a:lnSpc>
              <a:defRPr sz="48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2" name="Прямоугольник 1"/>
          <p:cNvSpPr/>
          <p:nvPr userDrawn="1"/>
        </p:nvSpPr>
        <p:spPr>
          <a:xfrm>
            <a:off x="5266266" y="795867"/>
            <a:ext cx="5960534" cy="159173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Прямоугольник 5"/>
          <p:cNvSpPr/>
          <p:nvPr userDrawn="1"/>
        </p:nvSpPr>
        <p:spPr>
          <a:xfrm>
            <a:off x="5266266" y="2633133"/>
            <a:ext cx="5960534" cy="159173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Прямоугольник 6"/>
          <p:cNvSpPr/>
          <p:nvPr userDrawn="1"/>
        </p:nvSpPr>
        <p:spPr>
          <a:xfrm>
            <a:off x="5266266" y="4470399"/>
            <a:ext cx="5960534" cy="159173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Рисунок 7"/>
          <p:cNvSpPr>
            <a:spLocks noGrp="1"/>
          </p:cNvSpPr>
          <p:nvPr>
            <p:ph type="pic" sz="quarter" idx="10"/>
          </p:nvPr>
        </p:nvSpPr>
        <p:spPr>
          <a:xfrm>
            <a:off x="5265738" y="795338"/>
            <a:ext cx="2082800" cy="1592262"/>
          </a:xfrm>
        </p:spPr>
        <p:txBody>
          <a:bodyPr/>
          <a:lstStyle/>
          <a:p>
            <a:endParaRPr lang="ru-RU"/>
          </a:p>
        </p:txBody>
      </p:sp>
      <p:sp>
        <p:nvSpPr>
          <p:cNvPr id="10" name="Рисунок 7"/>
          <p:cNvSpPr>
            <a:spLocks noGrp="1"/>
          </p:cNvSpPr>
          <p:nvPr>
            <p:ph type="pic" sz="quarter" idx="11"/>
          </p:nvPr>
        </p:nvSpPr>
        <p:spPr>
          <a:xfrm>
            <a:off x="5265738" y="2632604"/>
            <a:ext cx="2082800" cy="1592262"/>
          </a:xfrm>
        </p:spPr>
        <p:txBody>
          <a:bodyPr/>
          <a:lstStyle/>
          <a:p>
            <a:endParaRPr lang="ru-RU"/>
          </a:p>
        </p:txBody>
      </p:sp>
      <p:sp>
        <p:nvSpPr>
          <p:cNvPr id="12" name="Рисунок 7"/>
          <p:cNvSpPr>
            <a:spLocks noGrp="1"/>
          </p:cNvSpPr>
          <p:nvPr>
            <p:ph type="pic" sz="quarter" idx="12"/>
          </p:nvPr>
        </p:nvSpPr>
        <p:spPr>
          <a:xfrm>
            <a:off x="5265738" y="4470134"/>
            <a:ext cx="2082800" cy="1592262"/>
          </a:xfrm>
        </p:spPr>
        <p:txBody>
          <a:bodyPr/>
          <a:lstStyle/>
          <a:p>
            <a:endParaRPr lang="ru-RU"/>
          </a:p>
        </p:txBody>
      </p:sp>
      <p:sp>
        <p:nvSpPr>
          <p:cNvPr id="13" name="Текст 2"/>
          <p:cNvSpPr>
            <a:spLocks noGrp="1"/>
          </p:cNvSpPr>
          <p:nvPr>
            <p:ph type="body" idx="1"/>
          </p:nvPr>
        </p:nvSpPr>
        <p:spPr>
          <a:xfrm>
            <a:off x="7594600" y="1016189"/>
            <a:ext cx="2743200" cy="73818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" name="Текст 2"/>
          <p:cNvSpPr>
            <a:spLocks noGrp="1"/>
          </p:cNvSpPr>
          <p:nvPr>
            <p:ph type="body" idx="13"/>
          </p:nvPr>
        </p:nvSpPr>
        <p:spPr>
          <a:xfrm>
            <a:off x="7594600" y="2834740"/>
            <a:ext cx="2743200" cy="73818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5" name="Текст 2"/>
          <p:cNvSpPr>
            <a:spLocks noGrp="1"/>
          </p:cNvSpPr>
          <p:nvPr>
            <p:ph type="body" idx="14"/>
          </p:nvPr>
        </p:nvSpPr>
        <p:spPr>
          <a:xfrm>
            <a:off x="7594600" y="4682143"/>
            <a:ext cx="2743200" cy="73818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6" name="Прямоугольник 15"/>
          <p:cNvSpPr/>
          <p:nvPr userDrawn="1"/>
        </p:nvSpPr>
        <p:spPr>
          <a:xfrm>
            <a:off x="11104592" y="5394464"/>
            <a:ext cx="1059543" cy="1112038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Прямоугольник 16"/>
          <p:cNvSpPr/>
          <p:nvPr userDrawn="1"/>
        </p:nvSpPr>
        <p:spPr>
          <a:xfrm>
            <a:off x="10768579" y="6375107"/>
            <a:ext cx="573678" cy="602101"/>
          </a:xfrm>
          <a:prstGeom prst="rect">
            <a:avLst/>
          </a:prstGeom>
          <a:solidFill>
            <a:schemeClr val="bg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" name="Прямоугольник 18"/>
          <p:cNvSpPr/>
          <p:nvPr userDrawn="1"/>
        </p:nvSpPr>
        <p:spPr>
          <a:xfrm>
            <a:off x="4305129" y="4470134"/>
            <a:ext cx="595302" cy="624796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Прямоугольник 19"/>
          <p:cNvSpPr/>
          <p:nvPr userDrawn="1"/>
        </p:nvSpPr>
        <p:spPr>
          <a:xfrm>
            <a:off x="4715924" y="4276486"/>
            <a:ext cx="369013" cy="387296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Прямоугольник 20"/>
          <p:cNvSpPr/>
          <p:nvPr userDrawn="1"/>
        </p:nvSpPr>
        <p:spPr>
          <a:xfrm>
            <a:off x="10509290" y="355847"/>
            <a:ext cx="595302" cy="624796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2" name="Прямоугольник 21"/>
          <p:cNvSpPr/>
          <p:nvPr userDrawn="1"/>
        </p:nvSpPr>
        <p:spPr>
          <a:xfrm>
            <a:off x="10939961" y="494552"/>
            <a:ext cx="573678" cy="602101"/>
          </a:xfrm>
          <a:prstGeom prst="rect">
            <a:avLst/>
          </a:prstGeom>
          <a:solidFill>
            <a:schemeClr val="bg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3" name="Прямоугольник 22"/>
          <p:cNvSpPr/>
          <p:nvPr userDrawn="1"/>
        </p:nvSpPr>
        <p:spPr>
          <a:xfrm>
            <a:off x="11632096" y="1346594"/>
            <a:ext cx="369013" cy="387296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4" name="Прямоугольник 23"/>
          <p:cNvSpPr/>
          <p:nvPr userDrawn="1"/>
        </p:nvSpPr>
        <p:spPr>
          <a:xfrm>
            <a:off x="11643692" y="4987890"/>
            <a:ext cx="884321" cy="928135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3494430"/>
      </p:ext>
    </p:extLst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Рисунок 6"/>
          <p:cNvSpPr>
            <a:spLocks noGrp="1"/>
          </p:cNvSpPr>
          <p:nvPr>
            <p:ph type="pic" sz="quarter" idx="13"/>
          </p:nvPr>
        </p:nvSpPr>
        <p:spPr>
          <a:xfrm>
            <a:off x="-244699" y="-244699"/>
            <a:ext cx="12672812" cy="7405353"/>
          </a:xfr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/>
          <a:lstStyle/>
          <a:p>
            <a:endParaRPr lang="ru-RU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116278" y="2795194"/>
            <a:ext cx="5950857" cy="1325563"/>
          </a:xfrm>
          <a:solidFill>
            <a:schemeClr val="accent1"/>
          </a:solidFill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none"/>
        </p:style>
        <p:txBody>
          <a:bodyPr/>
          <a:lstStyle>
            <a:lvl1pPr algn="ctr">
              <a:lnSpc>
                <a:spcPct val="100000"/>
              </a:lnSpc>
              <a:defRPr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34530318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038600" y="365125"/>
            <a:ext cx="7315200" cy="1325563"/>
          </a:xfrm>
        </p:spPr>
        <p:txBody>
          <a:bodyPr/>
          <a:lstStyle>
            <a:lvl1pPr>
              <a:lnSpc>
                <a:spcPct val="100000"/>
              </a:lnSpc>
              <a:defRPr>
                <a:solidFill>
                  <a:schemeClr val="accent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038600" y="1825625"/>
            <a:ext cx="7315200" cy="4351338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Рисунок 6"/>
          <p:cNvSpPr>
            <a:spLocks noGrp="1"/>
          </p:cNvSpPr>
          <p:nvPr>
            <p:ph type="pic" sz="quarter" idx="14"/>
          </p:nvPr>
        </p:nvSpPr>
        <p:spPr>
          <a:xfrm>
            <a:off x="251582" y="0"/>
            <a:ext cx="3493104" cy="6858000"/>
          </a:xfrm>
          <a:noFill/>
        </p:spPr>
        <p:txBody>
          <a:bodyPr/>
          <a:lstStyle/>
          <a:p>
            <a:endParaRPr lang="ru-RU" dirty="0"/>
          </a:p>
        </p:txBody>
      </p:sp>
      <p:sp>
        <p:nvSpPr>
          <p:cNvPr id="8" name="Прямоугольник 7"/>
          <p:cNvSpPr/>
          <p:nvPr userDrawn="1"/>
        </p:nvSpPr>
        <p:spPr>
          <a:xfrm>
            <a:off x="110964" y="6176962"/>
            <a:ext cx="406878" cy="42703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Прямоугольник 8"/>
          <p:cNvSpPr/>
          <p:nvPr userDrawn="1"/>
        </p:nvSpPr>
        <p:spPr>
          <a:xfrm>
            <a:off x="658460" y="6047467"/>
            <a:ext cx="246763" cy="25898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Прямоугольник 9"/>
          <p:cNvSpPr/>
          <p:nvPr userDrawn="1"/>
        </p:nvSpPr>
        <p:spPr>
          <a:xfrm>
            <a:off x="10927317" y="193901"/>
            <a:ext cx="520538" cy="54632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111335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038600" y="365125"/>
            <a:ext cx="7315200" cy="1325563"/>
          </a:xfrm>
        </p:spPr>
        <p:txBody>
          <a:bodyPr/>
          <a:lstStyle>
            <a:lvl1pPr>
              <a:lnSpc>
                <a:spcPct val="100000"/>
              </a:lnSpc>
              <a:defRPr>
                <a:solidFill>
                  <a:schemeClr val="accent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038600" y="1973943"/>
            <a:ext cx="7315200" cy="58057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" name="Рисунок 6"/>
          <p:cNvSpPr>
            <a:spLocks noGrp="1"/>
          </p:cNvSpPr>
          <p:nvPr>
            <p:ph type="pic" sz="quarter" idx="14"/>
          </p:nvPr>
        </p:nvSpPr>
        <p:spPr>
          <a:xfrm>
            <a:off x="251582" y="0"/>
            <a:ext cx="3493104" cy="6858000"/>
          </a:xfrm>
          <a:noFill/>
        </p:spPr>
        <p:txBody>
          <a:bodyPr/>
          <a:lstStyle/>
          <a:p>
            <a:endParaRPr lang="ru-RU" dirty="0"/>
          </a:p>
        </p:txBody>
      </p:sp>
      <p:sp>
        <p:nvSpPr>
          <p:cNvPr id="8" name="Прямоугольник 7"/>
          <p:cNvSpPr/>
          <p:nvPr userDrawn="1"/>
        </p:nvSpPr>
        <p:spPr>
          <a:xfrm>
            <a:off x="110964" y="6176962"/>
            <a:ext cx="406878" cy="42703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Прямоугольник 8"/>
          <p:cNvSpPr/>
          <p:nvPr userDrawn="1"/>
        </p:nvSpPr>
        <p:spPr>
          <a:xfrm>
            <a:off x="658460" y="6047467"/>
            <a:ext cx="246763" cy="25898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Прямоугольник 9"/>
          <p:cNvSpPr/>
          <p:nvPr userDrawn="1"/>
        </p:nvSpPr>
        <p:spPr>
          <a:xfrm>
            <a:off x="10927317" y="193901"/>
            <a:ext cx="520538" cy="54632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Объект 2"/>
          <p:cNvSpPr>
            <a:spLocks noGrp="1"/>
          </p:cNvSpPr>
          <p:nvPr>
            <p:ph idx="15"/>
          </p:nvPr>
        </p:nvSpPr>
        <p:spPr>
          <a:xfrm>
            <a:off x="4038600" y="2554514"/>
            <a:ext cx="7315200" cy="58057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2000" b="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2" name="Объект 2"/>
          <p:cNvSpPr>
            <a:spLocks noGrp="1"/>
          </p:cNvSpPr>
          <p:nvPr>
            <p:ph idx="16"/>
          </p:nvPr>
        </p:nvSpPr>
        <p:spPr>
          <a:xfrm>
            <a:off x="4038600" y="3534229"/>
            <a:ext cx="7315200" cy="58057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3" name="Объект 2"/>
          <p:cNvSpPr>
            <a:spLocks noGrp="1"/>
          </p:cNvSpPr>
          <p:nvPr>
            <p:ph idx="17"/>
          </p:nvPr>
        </p:nvSpPr>
        <p:spPr>
          <a:xfrm>
            <a:off x="4038600" y="4114800"/>
            <a:ext cx="7315200" cy="58057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2000" b="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" name="Объект 2"/>
          <p:cNvSpPr>
            <a:spLocks noGrp="1"/>
          </p:cNvSpPr>
          <p:nvPr>
            <p:ph idx="18"/>
          </p:nvPr>
        </p:nvSpPr>
        <p:spPr>
          <a:xfrm>
            <a:off x="4038600" y="5116285"/>
            <a:ext cx="7315200" cy="58057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5" name="Объект 2"/>
          <p:cNvSpPr>
            <a:spLocks noGrp="1"/>
          </p:cNvSpPr>
          <p:nvPr>
            <p:ph idx="19"/>
          </p:nvPr>
        </p:nvSpPr>
        <p:spPr>
          <a:xfrm>
            <a:off x="4038600" y="5696856"/>
            <a:ext cx="7315200" cy="58057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2000" b="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9502391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 userDrawn="1"/>
        </p:nvSpPr>
        <p:spPr>
          <a:xfrm>
            <a:off x="838200" y="2177143"/>
            <a:ext cx="4925785" cy="468085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lnSpc>
                <a:spcPct val="100000"/>
              </a:lnSpc>
              <a:defRPr>
                <a:solidFill>
                  <a:schemeClr val="tx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10" name="Прямоугольник 9"/>
          <p:cNvSpPr/>
          <p:nvPr userDrawn="1"/>
        </p:nvSpPr>
        <p:spPr>
          <a:xfrm>
            <a:off x="6428015" y="2177143"/>
            <a:ext cx="4925785" cy="468085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Прямоугольник 11"/>
          <p:cNvSpPr/>
          <p:nvPr userDrawn="1"/>
        </p:nvSpPr>
        <p:spPr>
          <a:xfrm>
            <a:off x="2628864" y="1937433"/>
            <a:ext cx="1344456" cy="83479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glow rad="101600">
              <a:schemeClr val="accent1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рямоугольник 12"/>
          <p:cNvSpPr/>
          <p:nvPr userDrawn="1"/>
        </p:nvSpPr>
        <p:spPr>
          <a:xfrm>
            <a:off x="8167484" y="1882894"/>
            <a:ext cx="1446845" cy="83479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glow rad="101600">
              <a:schemeClr val="accent1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Текст 2"/>
          <p:cNvSpPr>
            <a:spLocks noGrp="1"/>
          </p:cNvSpPr>
          <p:nvPr>
            <p:ph type="body" idx="1"/>
          </p:nvPr>
        </p:nvSpPr>
        <p:spPr>
          <a:xfrm>
            <a:off x="1094480" y="2846730"/>
            <a:ext cx="4299187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6" name="Объект 3"/>
          <p:cNvSpPr>
            <a:spLocks noGrp="1"/>
          </p:cNvSpPr>
          <p:nvPr>
            <p:ph sz="half" idx="2"/>
          </p:nvPr>
        </p:nvSpPr>
        <p:spPr>
          <a:xfrm>
            <a:off x="1094480" y="3670642"/>
            <a:ext cx="4299187" cy="2904329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1800"/>
            </a:lvl1pPr>
            <a:lvl2pPr>
              <a:lnSpc>
                <a:spcPct val="100000"/>
              </a:lnSpc>
              <a:defRPr sz="1600"/>
            </a:lvl2pPr>
            <a:lvl3pPr>
              <a:lnSpc>
                <a:spcPct val="100000"/>
              </a:lnSpc>
              <a:defRPr sz="1400"/>
            </a:lvl3pPr>
            <a:lvl4pPr>
              <a:lnSpc>
                <a:spcPct val="100000"/>
              </a:lnSpc>
              <a:defRPr sz="1200"/>
            </a:lvl4pPr>
            <a:lvl5pPr>
              <a:lnSpc>
                <a:spcPct val="100000"/>
              </a:lnSpc>
              <a:defRPr sz="1200"/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17" name="Текст 2"/>
          <p:cNvSpPr>
            <a:spLocks noGrp="1"/>
          </p:cNvSpPr>
          <p:nvPr>
            <p:ph type="body" idx="10"/>
          </p:nvPr>
        </p:nvSpPr>
        <p:spPr>
          <a:xfrm>
            <a:off x="6682481" y="2846730"/>
            <a:ext cx="4299187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8" name="Объект 3"/>
          <p:cNvSpPr>
            <a:spLocks noGrp="1"/>
          </p:cNvSpPr>
          <p:nvPr>
            <p:ph sz="half" idx="11"/>
          </p:nvPr>
        </p:nvSpPr>
        <p:spPr>
          <a:xfrm>
            <a:off x="6682481" y="3670642"/>
            <a:ext cx="4299187" cy="2904329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1800"/>
            </a:lvl1pPr>
            <a:lvl2pPr>
              <a:lnSpc>
                <a:spcPct val="100000"/>
              </a:lnSpc>
              <a:defRPr sz="1600"/>
            </a:lvl2pPr>
            <a:lvl3pPr>
              <a:lnSpc>
                <a:spcPct val="100000"/>
              </a:lnSpc>
              <a:defRPr sz="1400"/>
            </a:lvl3pPr>
            <a:lvl4pPr>
              <a:lnSpc>
                <a:spcPct val="100000"/>
              </a:lnSpc>
              <a:defRPr sz="1200"/>
            </a:lvl4pPr>
            <a:lvl5pPr>
              <a:lnSpc>
                <a:spcPct val="100000"/>
              </a:lnSpc>
              <a:defRPr sz="1200"/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8339272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 userDrawn="1"/>
        </p:nvSpPr>
        <p:spPr>
          <a:xfrm>
            <a:off x="838200" y="2177143"/>
            <a:ext cx="2979057" cy="468085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lnSpc>
                <a:spcPct val="100000"/>
              </a:lnSpc>
              <a:defRPr>
                <a:solidFill>
                  <a:schemeClr val="tx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10" name="Прямоугольник 9"/>
          <p:cNvSpPr/>
          <p:nvPr userDrawn="1"/>
        </p:nvSpPr>
        <p:spPr>
          <a:xfrm>
            <a:off x="4606471" y="2177143"/>
            <a:ext cx="2979057" cy="468085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Прямоугольник 10"/>
          <p:cNvSpPr/>
          <p:nvPr userDrawn="1"/>
        </p:nvSpPr>
        <p:spPr>
          <a:xfrm>
            <a:off x="8374743" y="2177142"/>
            <a:ext cx="2979057" cy="468085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</a:pPr>
            <a:endParaRPr lang="ru-RU"/>
          </a:p>
        </p:txBody>
      </p:sp>
      <p:sp>
        <p:nvSpPr>
          <p:cNvPr id="12" name="Прямоугольник 11"/>
          <p:cNvSpPr/>
          <p:nvPr userDrawn="1"/>
        </p:nvSpPr>
        <p:spPr>
          <a:xfrm>
            <a:off x="1747157" y="1937433"/>
            <a:ext cx="1161143" cy="83479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glow rad="101600">
              <a:schemeClr val="accent1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рямоугольник 12"/>
          <p:cNvSpPr/>
          <p:nvPr userDrawn="1"/>
        </p:nvSpPr>
        <p:spPr>
          <a:xfrm>
            <a:off x="5515427" y="1882894"/>
            <a:ext cx="1161143" cy="83479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glow rad="101600">
              <a:schemeClr val="accent1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Прямоугольник 13"/>
          <p:cNvSpPr/>
          <p:nvPr userDrawn="1"/>
        </p:nvSpPr>
        <p:spPr>
          <a:xfrm>
            <a:off x="9283699" y="1882894"/>
            <a:ext cx="1161143" cy="83479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glow rad="101600">
              <a:schemeClr val="accent1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Текст 2"/>
          <p:cNvSpPr>
            <a:spLocks noGrp="1"/>
          </p:cNvSpPr>
          <p:nvPr>
            <p:ph type="body" idx="1"/>
          </p:nvPr>
        </p:nvSpPr>
        <p:spPr>
          <a:xfrm>
            <a:off x="1028474" y="2846730"/>
            <a:ext cx="2600098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6" name="Объект 3"/>
          <p:cNvSpPr>
            <a:spLocks noGrp="1"/>
          </p:cNvSpPr>
          <p:nvPr>
            <p:ph sz="half" idx="2"/>
          </p:nvPr>
        </p:nvSpPr>
        <p:spPr>
          <a:xfrm>
            <a:off x="1028474" y="3670642"/>
            <a:ext cx="2600098" cy="2904329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1800"/>
            </a:lvl1pPr>
            <a:lvl2pPr>
              <a:lnSpc>
                <a:spcPct val="100000"/>
              </a:lnSpc>
              <a:defRPr sz="1600"/>
            </a:lvl2pPr>
            <a:lvl3pPr>
              <a:lnSpc>
                <a:spcPct val="100000"/>
              </a:lnSpc>
              <a:defRPr sz="1400"/>
            </a:lvl3pPr>
            <a:lvl4pPr>
              <a:lnSpc>
                <a:spcPct val="100000"/>
              </a:lnSpc>
              <a:defRPr sz="1200"/>
            </a:lvl4pPr>
            <a:lvl5pPr>
              <a:lnSpc>
                <a:spcPct val="100000"/>
              </a:lnSpc>
              <a:defRPr sz="1200"/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17" name="Текст 2"/>
          <p:cNvSpPr>
            <a:spLocks noGrp="1"/>
          </p:cNvSpPr>
          <p:nvPr>
            <p:ph type="body" idx="10"/>
          </p:nvPr>
        </p:nvSpPr>
        <p:spPr>
          <a:xfrm>
            <a:off x="4794931" y="2846730"/>
            <a:ext cx="2600098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8" name="Объект 3"/>
          <p:cNvSpPr>
            <a:spLocks noGrp="1"/>
          </p:cNvSpPr>
          <p:nvPr>
            <p:ph sz="half" idx="11"/>
          </p:nvPr>
        </p:nvSpPr>
        <p:spPr>
          <a:xfrm>
            <a:off x="4794931" y="3670642"/>
            <a:ext cx="2600098" cy="2904329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1800"/>
            </a:lvl1pPr>
            <a:lvl2pPr>
              <a:lnSpc>
                <a:spcPct val="100000"/>
              </a:lnSpc>
              <a:defRPr sz="1600"/>
            </a:lvl2pPr>
            <a:lvl3pPr>
              <a:lnSpc>
                <a:spcPct val="100000"/>
              </a:lnSpc>
              <a:defRPr sz="1400"/>
            </a:lvl3pPr>
            <a:lvl4pPr>
              <a:lnSpc>
                <a:spcPct val="100000"/>
              </a:lnSpc>
              <a:defRPr sz="1200"/>
            </a:lvl4pPr>
            <a:lvl5pPr>
              <a:lnSpc>
                <a:spcPct val="100000"/>
              </a:lnSpc>
              <a:defRPr sz="1200"/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19" name="Текст 2"/>
          <p:cNvSpPr>
            <a:spLocks noGrp="1"/>
          </p:cNvSpPr>
          <p:nvPr>
            <p:ph type="body" idx="12"/>
          </p:nvPr>
        </p:nvSpPr>
        <p:spPr>
          <a:xfrm>
            <a:off x="8561388" y="2843667"/>
            <a:ext cx="2600098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20" name="Объект 3"/>
          <p:cNvSpPr>
            <a:spLocks noGrp="1"/>
          </p:cNvSpPr>
          <p:nvPr>
            <p:ph sz="half" idx="13"/>
          </p:nvPr>
        </p:nvSpPr>
        <p:spPr>
          <a:xfrm>
            <a:off x="8561388" y="3667579"/>
            <a:ext cx="2600098" cy="2904329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1800"/>
            </a:lvl1pPr>
            <a:lvl2pPr>
              <a:lnSpc>
                <a:spcPct val="100000"/>
              </a:lnSpc>
              <a:defRPr sz="1600"/>
            </a:lvl2pPr>
            <a:lvl3pPr>
              <a:lnSpc>
                <a:spcPct val="100000"/>
              </a:lnSpc>
              <a:defRPr sz="1400"/>
            </a:lvl3pPr>
            <a:lvl4pPr>
              <a:lnSpc>
                <a:spcPct val="100000"/>
              </a:lnSpc>
              <a:defRPr sz="1200"/>
            </a:lvl4pPr>
            <a:lvl5pPr>
              <a:lnSpc>
                <a:spcPct val="100000"/>
              </a:lnSpc>
              <a:defRPr sz="1200"/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116585757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 userDrawn="1"/>
        </p:nvSpPr>
        <p:spPr>
          <a:xfrm>
            <a:off x="678542" y="2177143"/>
            <a:ext cx="2573111" cy="468085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lnSpc>
                <a:spcPct val="100000"/>
              </a:lnSpc>
              <a:defRPr>
                <a:solidFill>
                  <a:schemeClr val="tx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10" name="Прямоугольник 9"/>
          <p:cNvSpPr/>
          <p:nvPr userDrawn="1"/>
        </p:nvSpPr>
        <p:spPr>
          <a:xfrm>
            <a:off x="3437617" y="2177143"/>
            <a:ext cx="2573111" cy="468085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Прямоугольник 10"/>
          <p:cNvSpPr/>
          <p:nvPr userDrawn="1"/>
        </p:nvSpPr>
        <p:spPr>
          <a:xfrm>
            <a:off x="6185879" y="2177142"/>
            <a:ext cx="2573111" cy="468085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Прямоугольник 11"/>
          <p:cNvSpPr/>
          <p:nvPr userDrawn="1"/>
        </p:nvSpPr>
        <p:spPr>
          <a:xfrm>
            <a:off x="1471385" y="1937433"/>
            <a:ext cx="1002918" cy="83479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glow rad="101600">
              <a:schemeClr val="accent1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рямоугольник 12"/>
          <p:cNvSpPr/>
          <p:nvPr userDrawn="1"/>
        </p:nvSpPr>
        <p:spPr>
          <a:xfrm>
            <a:off x="4230459" y="1882894"/>
            <a:ext cx="1002918" cy="83479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glow rad="101600">
              <a:schemeClr val="accent1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Прямоугольник 13"/>
          <p:cNvSpPr/>
          <p:nvPr userDrawn="1"/>
        </p:nvSpPr>
        <p:spPr>
          <a:xfrm>
            <a:off x="6978721" y="1882894"/>
            <a:ext cx="1002918" cy="83479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glow rad="101600">
              <a:schemeClr val="accent1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Текст 2"/>
          <p:cNvSpPr>
            <a:spLocks noGrp="1"/>
          </p:cNvSpPr>
          <p:nvPr>
            <p:ph type="body" idx="1"/>
          </p:nvPr>
        </p:nvSpPr>
        <p:spPr>
          <a:xfrm>
            <a:off x="868816" y="2846730"/>
            <a:ext cx="2245791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6" name="Объект 3"/>
          <p:cNvSpPr>
            <a:spLocks noGrp="1"/>
          </p:cNvSpPr>
          <p:nvPr>
            <p:ph sz="half" idx="2"/>
          </p:nvPr>
        </p:nvSpPr>
        <p:spPr>
          <a:xfrm>
            <a:off x="868816" y="3670642"/>
            <a:ext cx="2245791" cy="2904329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1800"/>
            </a:lvl1pPr>
            <a:lvl2pPr>
              <a:lnSpc>
                <a:spcPct val="100000"/>
              </a:lnSpc>
              <a:defRPr sz="1600"/>
            </a:lvl2pPr>
            <a:lvl3pPr>
              <a:lnSpc>
                <a:spcPct val="100000"/>
              </a:lnSpc>
              <a:defRPr sz="1400"/>
            </a:lvl3pPr>
            <a:lvl4pPr>
              <a:lnSpc>
                <a:spcPct val="100000"/>
              </a:lnSpc>
              <a:defRPr sz="1200"/>
            </a:lvl4pPr>
            <a:lvl5pPr>
              <a:defRPr sz="1200"/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</p:txBody>
      </p:sp>
      <p:sp>
        <p:nvSpPr>
          <p:cNvPr id="17" name="Текст 2"/>
          <p:cNvSpPr>
            <a:spLocks noGrp="1"/>
          </p:cNvSpPr>
          <p:nvPr>
            <p:ph type="body" idx="10"/>
          </p:nvPr>
        </p:nvSpPr>
        <p:spPr>
          <a:xfrm>
            <a:off x="3626077" y="2846730"/>
            <a:ext cx="2245791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8" name="Объект 3"/>
          <p:cNvSpPr>
            <a:spLocks noGrp="1"/>
          </p:cNvSpPr>
          <p:nvPr>
            <p:ph sz="half" idx="11"/>
          </p:nvPr>
        </p:nvSpPr>
        <p:spPr>
          <a:xfrm>
            <a:off x="3626077" y="3670642"/>
            <a:ext cx="2245791" cy="2904329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1800"/>
            </a:lvl1pPr>
            <a:lvl2pPr>
              <a:lnSpc>
                <a:spcPct val="100000"/>
              </a:lnSpc>
              <a:defRPr sz="1600"/>
            </a:lvl2pPr>
            <a:lvl3pPr>
              <a:lnSpc>
                <a:spcPct val="100000"/>
              </a:lnSpc>
              <a:defRPr sz="1400"/>
            </a:lvl3pPr>
            <a:lvl4pPr>
              <a:lnSpc>
                <a:spcPct val="100000"/>
              </a:lnSpc>
              <a:defRPr sz="1200"/>
            </a:lvl4pPr>
            <a:lvl5pPr>
              <a:defRPr sz="1200"/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</p:txBody>
      </p:sp>
      <p:sp>
        <p:nvSpPr>
          <p:cNvPr id="19" name="Текст 2"/>
          <p:cNvSpPr>
            <a:spLocks noGrp="1"/>
          </p:cNvSpPr>
          <p:nvPr>
            <p:ph type="body" idx="12"/>
          </p:nvPr>
        </p:nvSpPr>
        <p:spPr>
          <a:xfrm>
            <a:off x="6372524" y="2843667"/>
            <a:ext cx="2245791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20" name="Объект 3"/>
          <p:cNvSpPr>
            <a:spLocks noGrp="1"/>
          </p:cNvSpPr>
          <p:nvPr>
            <p:ph sz="half" idx="13"/>
          </p:nvPr>
        </p:nvSpPr>
        <p:spPr>
          <a:xfrm>
            <a:off x="6372524" y="3667579"/>
            <a:ext cx="2245791" cy="2904329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1800"/>
            </a:lvl1pPr>
            <a:lvl2pPr>
              <a:lnSpc>
                <a:spcPct val="100000"/>
              </a:lnSpc>
              <a:defRPr sz="1600"/>
            </a:lvl2pPr>
            <a:lvl3pPr>
              <a:lnSpc>
                <a:spcPct val="100000"/>
              </a:lnSpc>
              <a:defRPr sz="1400"/>
            </a:lvl3pPr>
            <a:lvl4pPr>
              <a:lnSpc>
                <a:spcPct val="100000"/>
              </a:lnSpc>
              <a:defRPr sz="1200"/>
            </a:lvl4pPr>
            <a:lvl5pPr>
              <a:defRPr sz="1200"/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</p:txBody>
      </p:sp>
      <p:sp>
        <p:nvSpPr>
          <p:cNvPr id="21" name="Прямоугольник 20"/>
          <p:cNvSpPr/>
          <p:nvPr userDrawn="1"/>
        </p:nvSpPr>
        <p:spPr>
          <a:xfrm>
            <a:off x="8945635" y="2177142"/>
            <a:ext cx="2573111" cy="468085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2" name="Прямоугольник 21"/>
          <p:cNvSpPr/>
          <p:nvPr userDrawn="1"/>
        </p:nvSpPr>
        <p:spPr>
          <a:xfrm>
            <a:off x="9738477" y="1882894"/>
            <a:ext cx="1002918" cy="83479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glow rad="101600">
              <a:schemeClr val="accent1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3" name="Текст 2"/>
          <p:cNvSpPr>
            <a:spLocks noGrp="1"/>
          </p:cNvSpPr>
          <p:nvPr>
            <p:ph type="body" idx="14"/>
          </p:nvPr>
        </p:nvSpPr>
        <p:spPr>
          <a:xfrm>
            <a:off x="9132280" y="2843667"/>
            <a:ext cx="2245791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24" name="Объект 3"/>
          <p:cNvSpPr>
            <a:spLocks noGrp="1"/>
          </p:cNvSpPr>
          <p:nvPr>
            <p:ph sz="half" idx="15"/>
          </p:nvPr>
        </p:nvSpPr>
        <p:spPr>
          <a:xfrm>
            <a:off x="9132280" y="3667579"/>
            <a:ext cx="2245791" cy="2904329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1800"/>
            </a:lvl1pPr>
            <a:lvl2pPr>
              <a:lnSpc>
                <a:spcPct val="100000"/>
              </a:lnSpc>
              <a:defRPr sz="1600"/>
            </a:lvl2pPr>
            <a:lvl3pPr>
              <a:lnSpc>
                <a:spcPct val="100000"/>
              </a:lnSpc>
              <a:defRPr sz="1400"/>
            </a:lvl3pPr>
            <a:lvl4pPr>
              <a:lnSpc>
                <a:spcPct val="100000"/>
              </a:lnSpc>
              <a:defRPr sz="1200"/>
            </a:lvl4pPr>
            <a:lvl5pPr>
              <a:defRPr sz="1200"/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339490240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 userDrawn="1"/>
        </p:nvSpPr>
        <p:spPr>
          <a:xfrm>
            <a:off x="838200" y="2177143"/>
            <a:ext cx="4925785" cy="468085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568552"/>
            <a:ext cx="10515600" cy="1325563"/>
          </a:xfrm>
        </p:spPr>
        <p:txBody>
          <a:bodyPr/>
          <a:lstStyle>
            <a:lvl1pPr>
              <a:lnSpc>
                <a:spcPct val="100000"/>
              </a:lnSpc>
              <a:defRPr>
                <a:solidFill>
                  <a:schemeClr val="tx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10" name="Прямоугольник 9"/>
          <p:cNvSpPr/>
          <p:nvPr userDrawn="1"/>
        </p:nvSpPr>
        <p:spPr>
          <a:xfrm>
            <a:off x="6428015" y="2177143"/>
            <a:ext cx="4925785" cy="468085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Текст 2"/>
          <p:cNvSpPr>
            <a:spLocks noGrp="1"/>
          </p:cNvSpPr>
          <p:nvPr>
            <p:ph type="body" idx="1"/>
          </p:nvPr>
        </p:nvSpPr>
        <p:spPr>
          <a:xfrm>
            <a:off x="1094480" y="2360275"/>
            <a:ext cx="4299187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6" name="Объект 3"/>
          <p:cNvSpPr>
            <a:spLocks noGrp="1"/>
          </p:cNvSpPr>
          <p:nvPr>
            <p:ph sz="half" idx="2"/>
          </p:nvPr>
        </p:nvSpPr>
        <p:spPr>
          <a:xfrm>
            <a:off x="1094480" y="3367320"/>
            <a:ext cx="4299187" cy="3207652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1800"/>
            </a:lvl1pPr>
            <a:lvl2pPr>
              <a:lnSpc>
                <a:spcPct val="100000"/>
              </a:lnSpc>
              <a:defRPr sz="1600"/>
            </a:lvl2pPr>
            <a:lvl3pPr>
              <a:lnSpc>
                <a:spcPct val="100000"/>
              </a:lnSpc>
              <a:defRPr sz="1400"/>
            </a:lvl3pPr>
            <a:lvl4pPr>
              <a:lnSpc>
                <a:spcPct val="100000"/>
              </a:lnSpc>
              <a:defRPr sz="1200"/>
            </a:lvl4pPr>
            <a:lvl5pPr>
              <a:lnSpc>
                <a:spcPct val="100000"/>
              </a:lnSpc>
              <a:defRPr sz="1200"/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17" name="Текст 2"/>
          <p:cNvSpPr>
            <a:spLocks noGrp="1"/>
          </p:cNvSpPr>
          <p:nvPr>
            <p:ph type="body" idx="10"/>
          </p:nvPr>
        </p:nvSpPr>
        <p:spPr>
          <a:xfrm>
            <a:off x="6682481" y="2360275"/>
            <a:ext cx="4299187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8" name="Объект 3"/>
          <p:cNvSpPr>
            <a:spLocks noGrp="1"/>
          </p:cNvSpPr>
          <p:nvPr>
            <p:ph sz="half" idx="11"/>
          </p:nvPr>
        </p:nvSpPr>
        <p:spPr>
          <a:xfrm>
            <a:off x="6682481" y="3367320"/>
            <a:ext cx="4299187" cy="3207652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1800"/>
            </a:lvl1pPr>
            <a:lvl2pPr>
              <a:lnSpc>
                <a:spcPct val="100000"/>
              </a:lnSpc>
              <a:defRPr sz="1600"/>
            </a:lvl2pPr>
            <a:lvl3pPr>
              <a:lnSpc>
                <a:spcPct val="100000"/>
              </a:lnSpc>
              <a:defRPr sz="1400"/>
            </a:lvl3pPr>
            <a:lvl4pPr>
              <a:lnSpc>
                <a:spcPct val="100000"/>
              </a:lnSpc>
              <a:defRPr sz="1200"/>
            </a:lvl4pPr>
            <a:lvl5pPr>
              <a:lnSpc>
                <a:spcPct val="100000"/>
              </a:lnSpc>
              <a:defRPr sz="1200"/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6478009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 userDrawn="1"/>
        </p:nvSpPr>
        <p:spPr>
          <a:xfrm>
            <a:off x="838200" y="2177143"/>
            <a:ext cx="2979057" cy="468085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565488"/>
            <a:ext cx="10515600" cy="1325563"/>
          </a:xfrm>
        </p:spPr>
        <p:txBody>
          <a:bodyPr/>
          <a:lstStyle>
            <a:lvl1pPr>
              <a:lnSpc>
                <a:spcPct val="100000"/>
              </a:lnSpc>
              <a:defRPr>
                <a:solidFill>
                  <a:schemeClr val="tx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10" name="Прямоугольник 9"/>
          <p:cNvSpPr/>
          <p:nvPr userDrawn="1"/>
        </p:nvSpPr>
        <p:spPr>
          <a:xfrm>
            <a:off x="4606471" y="2177143"/>
            <a:ext cx="2979057" cy="468085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</a:pPr>
            <a:endParaRPr lang="ru-RU"/>
          </a:p>
        </p:txBody>
      </p:sp>
      <p:sp>
        <p:nvSpPr>
          <p:cNvPr id="11" name="Прямоугольник 10"/>
          <p:cNvSpPr/>
          <p:nvPr userDrawn="1"/>
        </p:nvSpPr>
        <p:spPr>
          <a:xfrm>
            <a:off x="8374743" y="2177142"/>
            <a:ext cx="2979057" cy="468085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Текст 2"/>
          <p:cNvSpPr>
            <a:spLocks noGrp="1"/>
          </p:cNvSpPr>
          <p:nvPr>
            <p:ph type="body" idx="1"/>
          </p:nvPr>
        </p:nvSpPr>
        <p:spPr>
          <a:xfrm>
            <a:off x="1028474" y="2180205"/>
            <a:ext cx="2600098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6" name="Объект 3"/>
          <p:cNvSpPr>
            <a:spLocks noGrp="1"/>
          </p:cNvSpPr>
          <p:nvPr>
            <p:ph sz="half" idx="2"/>
          </p:nvPr>
        </p:nvSpPr>
        <p:spPr>
          <a:xfrm>
            <a:off x="1028474" y="3167178"/>
            <a:ext cx="2600098" cy="3407794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1800"/>
            </a:lvl1pPr>
            <a:lvl2pPr>
              <a:lnSpc>
                <a:spcPct val="100000"/>
              </a:lnSpc>
              <a:defRPr sz="1600"/>
            </a:lvl2pPr>
            <a:lvl3pPr>
              <a:lnSpc>
                <a:spcPct val="100000"/>
              </a:lnSpc>
              <a:defRPr sz="1400"/>
            </a:lvl3pPr>
            <a:lvl4pPr>
              <a:lnSpc>
                <a:spcPct val="100000"/>
              </a:lnSpc>
              <a:defRPr sz="1200"/>
            </a:lvl4pPr>
            <a:lvl5pPr>
              <a:lnSpc>
                <a:spcPct val="100000"/>
              </a:lnSpc>
              <a:defRPr sz="1200"/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17" name="Текст 2"/>
          <p:cNvSpPr>
            <a:spLocks noGrp="1"/>
          </p:cNvSpPr>
          <p:nvPr>
            <p:ph type="body" idx="10"/>
          </p:nvPr>
        </p:nvSpPr>
        <p:spPr>
          <a:xfrm>
            <a:off x="4794931" y="2180205"/>
            <a:ext cx="2600098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8" name="Объект 3"/>
          <p:cNvSpPr>
            <a:spLocks noGrp="1"/>
          </p:cNvSpPr>
          <p:nvPr>
            <p:ph sz="half" idx="11"/>
          </p:nvPr>
        </p:nvSpPr>
        <p:spPr>
          <a:xfrm>
            <a:off x="4794931" y="3167178"/>
            <a:ext cx="2600098" cy="3407794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1800"/>
            </a:lvl1pPr>
            <a:lvl2pPr>
              <a:lnSpc>
                <a:spcPct val="100000"/>
              </a:lnSpc>
              <a:defRPr sz="1600"/>
            </a:lvl2pPr>
            <a:lvl3pPr>
              <a:lnSpc>
                <a:spcPct val="100000"/>
              </a:lnSpc>
              <a:defRPr sz="1400"/>
            </a:lvl3pPr>
            <a:lvl4pPr>
              <a:lnSpc>
                <a:spcPct val="100000"/>
              </a:lnSpc>
              <a:defRPr sz="1200"/>
            </a:lvl4pPr>
            <a:lvl5pPr>
              <a:lnSpc>
                <a:spcPct val="100000"/>
              </a:lnSpc>
              <a:defRPr sz="1200"/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19" name="Текст 2"/>
          <p:cNvSpPr>
            <a:spLocks noGrp="1"/>
          </p:cNvSpPr>
          <p:nvPr>
            <p:ph type="body" idx="12"/>
          </p:nvPr>
        </p:nvSpPr>
        <p:spPr>
          <a:xfrm>
            <a:off x="8561388" y="2177142"/>
            <a:ext cx="2600098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20" name="Объект 3"/>
          <p:cNvSpPr>
            <a:spLocks noGrp="1"/>
          </p:cNvSpPr>
          <p:nvPr>
            <p:ph sz="half" idx="13"/>
          </p:nvPr>
        </p:nvSpPr>
        <p:spPr>
          <a:xfrm>
            <a:off x="8561388" y="3164115"/>
            <a:ext cx="2600098" cy="3407794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1800"/>
            </a:lvl1pPr>
            <a:lvl2pPr>
              <a:lnSpc>
                <a:spcPct val="100000"/>
              </a:lnSpc>
              <a:defRPr sz="1600"/>
            </a:lvl2pPr>
            <a:lvl3pPr>
              <a:lnSpc>
                <a:spcPct val="100000"/>
              </a:lnSpc>
              <a:defRPr sz="1400"/>
            </a:lvl3pPr>
            <a:lvl4pPr>
              <a:lnSpc>
                <a:spcPct val="100000"/>
              </a:lnSpc>
              <a:defRPr sz="1200"/>
            </a:lvl4pPr>
            <a:lvl5pPr>
              <a:lnSpc>
                <a:spcPct val="100000"/>
              </a:lnSpc>
              <a:defRPr sz="1200"/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393133118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 userDrawn="1"/>
        </p:nvSpPr>
        <p:spPr>
          <a:xfrm>
            <a:off x="678542" y="2177143"/>
            <a:ext cx="2573111" cy="468085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565488"/>
            <a:ext cx="10515600" cy="1325563"/>
          </a:xfrm>
        </p:spPr>
        <p:txBody>
          <a:bodyPr/>
          <a:lstStyle>
            <a:lvl1pPr>
              <a:lnSpc>
                <a:spcPct val="100000"/>
              </a:lnSpc>
              <a:defRPr>
                <a:solidFill>
                  <a:schemeClr val="tx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10" name="Прямоугольник 9"/>
          <p:cNvSpPr/>
          <p:nvPr userDrawn="1"/>
        </p:nvSpPr>
        <p:spPr>
          <a:xfrm>
            <a:off x="3437617" y="2177143"/>
            <a:ext cx="2573111" cy="468085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Прямоугольник 10"/>
          <p:cNvSpPr/>
          <p:nvPr userDrawn="1"/>
        </p:nvSpPr>
        <p:spPr>
          <a:xfrm>
            <a:off x="6185879" y="2177142"/>
            <a:ext cx="2573111" cy="468085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Текст 2"/>
          <p:cNvSpPr>
            <a:spLocks noGrp="1"/>
          </p:cNvSpPr>
          <p:nvPr>
            <p:ph type="body" idx="1"/>
          </p:nvPr>
        </p:nvSpPr>
        <p:spPr>
          <a:xfrm>
            <a:off x="868816" y="2287134"/>
            <a:ext cx="2245791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6" name="Объект 3"/>
          <p:cNvSpPr>
            <a:spLocks noGrp="1"/>
          </p:cNvSpPr>
          <p:nvPr>
            <p:ph sz="half" idx="2"/>
          </p:nvPr>
        </p:nvSpPr>
        <p:spPr>
          <a:xfrm>
            <a:off x="868816" y="3217976"/>
            <a:ext cx="2245791" cy="3356996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1800"/>
            </a:lvl1pPr>
            <a:lvl2pPr>
              <a:lnSpc>
                <a:spcPct val="100000"/>
              </a:lnSpc>
              <a:defRPr sz="1600"/>
            </a:lvl2pPr>
            <a:lvl3pPr>
              <a:lnSpc>
                <a:spcPct val="100000"/>
              </a:lnSpc>
              <a:defRPr sz="1400"/>
            </a:lvl3pPr>
            <a:lvl4pPr>
              <a:lnSpc>
                <a:spcPct val="100000"/>
              </a:lnSpc>
              <a:defRPr sz="1200"/>
            </a:lvl4pPr>
            <a:lvl5pPr>
              <a:defRPr sz="1200"/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</p:txBody>
      </p:sp>
      <p:sp>
        <p:nvSpPr>
          <p:cNvPr id="17" name="Текст 2"/>
          <p:cNvSpPr>
            <a:spLocks noGrp="1"/>
          </p:cNvSpPr>
          <p:nvPr>
            <p:ph type="body" idx="10"/>
          </p:nvPr>
        </p:nvSpPr>
        <p:spPr>
          <a:xfrm>
            <a:off x="3626077" y="2287134"/>
            <a:ext cx="2245791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8" name="Объект 3"/>
          <p:cNvSpPr>
            <a:spLocks noGrp="1"/>
          </p:cNvSpPr>
          <p:nvPr>
            <p:ph sz="half" idx="11"/>
          </p:nvPr>
        </p:nvSpPr>
        <p:spPr>
          <a:xfrm>
            <a:off x="3626077" y="3217976"/>
            <a:ext cx="2245791" cy="3356996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1800"/>
            </a:lvl1pPr>
            <a:lvl2pPr>
              <a:lnSpc>
                <a:spcPct val="100000"/>
              </a:lnSpc>
              <a:defRPr sz="1600"/>
            </a:lvl2pPr>
            <a:lvl3pPr>
              <a:lnSpc>
                <a:spcPct val="100000"/>
              </a:lnSpc>
              <a:defRPr sz="1400"/>
            </a:lvl3pPr>
            <a:lvl4pPr>
              <a:lnSpc>
                <a:spcPct val="100000"/>
              </a:lnSpc>
              <a:defRPr sz="1200"/>
            </a:lvl4pPr>
            <a:lvl5pPr>
              <a:defRPr sz="1200"/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</p:txBody>
      </p:sp>
      <p:sp>
        <p:nvSpPr>
          <p:cNvPr id="19" name="Текст 2"/>
          <p:cNvSpPr>
            <a:spLocks noGrp="1"/>
          </p:cNvSpPr>
          <p:nvPr>
            <p:ph type="body" idx="12"/>
          </p:nvPr>
        </p:nvSpPr>
        <p:spPr>
          <a:xfrm>
            <a:off x="6372524" y="2284071"/>
            <a:ext cx="2245791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20" name="Объект 3"/>
          <p:cNvSpPr>
            <a:spLocks noGrp="1"/>
          </p:cNvSpPr>
          <p:nvPr>
            <p:ph sz="half" idx="13"/>
          </p:nvPr>
        </p:nvSpPr>
        <p:spPr>
          <a:xfrm>
            <a:off x="6372524" y="3214913"/>
            <a:ext cx="2245791" cy="3356996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1800"/>
            </a:lvl1pPr>
            <a:lvl2pPr>
              <a:lnSpc>
                <a:spcPct val="100000"/>
              </a:lnSpc>
              <a:defRPr sz="1600"/>
            </a:lvl2pPr>
            <a:lvl3pPr>
              <a:lnSpc>
                <a:spcPct val="100000"/>
              </a:lnSpc>
              <a:defRPr sz="1400"/>
            </a:lvl3pPr>
            <a:lvl4pPr>
              <a:lnSpc>
                <a:spcPct val="100000"/>
              </a:lnSpc>
              <a:defRPr sz="1200"/>
            </a:lvl4pPr>
            <a:lvl5pPr>
              <a:defRPr sz="1200"/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</p:txBody>
      </p:sp>
      <p:sp>
        <p:nvSpPr>
          <p:cNvPr id="21" name="Прямоугольник 20"/>
          <p:cNvSpPr/>
          <p:nvPr userDrawn="1"/>
        </p:nvSpPr>
        <p:spPr>
          <a:xfrm>
            <a:off x="8945635" y="2177142"/>
            <a:ext cx="2573111" cy="468085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3" name="Текст 2"/>
          <p:cNvSpPr>
            <a:spLocks noGrp="1"/>
          </p:cNvSpPr>
          <p:nvPr>
            <p:ph type="body" idx="14"/>
          </p:nvPr>
        </p:nvSpPr>
        <p:spPr>
          <a:xfrm>
            <a:off x="9132280" y="2284071"/>
            <a:ext cx="2245791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24" name="Объект 3"/>
          <p:cNvSpPr>
            <a:spLocks noGrp="1"/>
          </p:cNvSpPr>
          <p:nvPr>
            <p:ph sz="half" idx="15"/>
          </p:nvPr>
        </p:nvSpPr>
        <p:spPr>
          <a:xfrm>
            <a:off x="9132280" y="3214913"/>
            <a:ext cx="2245791" cy="3356996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1800"/>
            </a:lvl1pPr>
            <a:lvl2pPr>
              <a:lnSpc>
                <a:spcPct val="100000"/>
              </a:lnSpc>
              <a:defRPr sz="1600"/>
            </a:lvl2pPr>
            <a:lvl3pPr>
              <a:lnSpc>
                <a:spcPct val="100000"/>
              </a:lnSpc>
              <a:defRPr sz="1400"/>
            </a:lvl3pPr>
            <a:lvl4pPr>
              <a:lnSpc>
                <a:spcPct val="100000"/>
              </a:lnSpc>
              <a:defRPr sz="1200"/>
            </a:lvl4pPr>
            <a:lvl5pPr>
              <a:defRPr sz="1200"/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23961304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124531" y="524933"/>
            <a:ext cx="3650668" cy="2051579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4400">
                <a:solidFill>
                  <a:schemeClr val="accent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7" name="Рисунок 6"/>
          <p:cNvSpPr>
            <a:spLocks noGrp="1"/>
          </p:cNvSpPr>
          <p:nvPr>
            <p:ph type="pic" sz="quarter" idx="13"/>
          </p:nvPr>
        </p:nvSpPr>
        <p:spPr>
          <a:xfrm>
            <a:off x="5360563" y="3037417"/>
            <a:ext cx="6831437" cy="3236383"/>
          </a:xfrm>
          <a:noFill/>
        </p:spPr>
        <p:txBody>
          <a:bodyPr/>
          <a:lstStyle/>
          <a:p>
            <a:endParaRPr lang="ru-RU" dirty="0"/>
          </a:p>
        </p:txBody>
      </p:sp>
      <p:sp>
        <p:nvSpPr>
          <p:cNvPr id="8" name="Рисунок 6"/>
          <p:cNvSpPr>
            <a:spLocks noGrp="1"/>
          </p:cNvSpPr>
          <p:nvPr>
            <p:ph type="pic" sz="quarter" idx="14"/>
          </p:nvPr>
        </p:nvSpPr>
        <p:spPr>
          <a:xfrm>
            <a:off x="1122044" y="3037417"/>
            <a:ext cx="3873289" cy="3236383"/>
          </a:xfrm>
          <a:noFill/>
        </p:spPr>
        <p:txBody>
          <a:bodyPr/>
          <a:lstStyle/>
          <a:p>
            <a:endParaRPr lang="ru-RU" dirty="0"/>
          </a:p>
        </p:txBody>
      </p:sp>
      <p:sp>
        <p:nvSpPr>
          <p:cNvPr id="9" name="Прямоугольник 8"/>
          <p:cNvSpPr/>
          <p:nvPr userDrawn="1"/>
        </p:nvSpPr>
        <p:spPr>
          <a:xfrm>
            <a:off x="0" y="0"/>
            <a:ext cx="16933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Рисунок 6"/>
          <p:cNvSpPr>
            <a:spLocks noGrp="1"/>
          </p:cNvSpPr>
          <p:nvPr>
            <p:ph type="pic" sz="quarter" idx="15"/>
          </p:nvPr>
        </p:nvSpPr>
        <p:spPr>
          <a:xfrm>
            <a:off x="5360562" y="0"/>
            <a:ext cx="6831437" cy="2699657"/>
          </a:xfrm>
          <a:noFill/>
        </p:spPr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7743137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ик 9"/>
          <p:cNvSpPr/>
          <p:nvPr userDrawn="1"/>
        </p:nvSpPr>
        <p:spPr>
          <a:xfrm>
            <a:off x="-1" y="0"/>
            <a:ext cx="6197601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Объект 2"/>
          <p:cNvSpPr>
            <a:spLocks noGrp="1"/>
          </p:cNvSpPr>
          <p:nvPr>
            <p:ph idx="1"/>
          </p:nvPr>
        </p:nvSpPr>
        <p:spPr>
          <a:xfrm>
            <a:off x="6634617" y="992187"/>
            <a:ext cx="4991326" cy="4873625"/>
          </a:xfrm>
        </p:spPr>
        <p:txBody>
          <a:bodyPr/>
          <a:lstStyle>
            <a:lvl1pPr>
              <a:lnSpc>
                <a:spcPct val="100000"/>
              </a:lnSpc>
              <a:defRPr sz="3200"/>
            </a:lvl1pPr>
            <a:lvl2pPr>
              <a:lnSpc>
                <a:spcPct val="100000"/>
              </a:lnSpc>
              <a:defRPr sz="2800"/>
            </a:lvl2pPr>
            <a:lvl3pPr>
              <a:lnSpc>
                <a:spcPct val="100000"/>
              </a:lnSpc>
              <a:defRPr sz="2400"/>
            </a:lvl3pPr>
            <a:lvl4pPr>
              <a:lnSpc>
                <a:spcPct val="100000"/>
              </a:lnSpc>
              <a:defRPr sz="2000"/>
            </a:lvl4pPr>
            <a:lvl5pPr>
              <a:lnSpc>
                <a:spcPct val="100000"/>
              </a:lnSpc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13" name="Рисунок 12"/>
          <p:cNvSpPr>
            <a:spLocks noGrp="1"/>
          </p:cNvSpPr>
          <p:nvPr>
            <p:ph type="pic" sz="quarter" idx="10"/>
          </p:nvPr>
        </p:nvSpPr>
        <p:spPr>
          <a:xfrm>
            <a:off x="594180" y="696685"/>
            <a:ext cx="4907187" cy="5476647"/>
          </a:xfrm>
        </p:spPr>
        <p:txBody>
          <a:bodyPr/>
          <a:lstStyle/>
          <a:p>
            <a:endParaRPr lang="ru-RU"/>
          </a:p>
        </p:txBody>
      </p:sp>
      <p:sp>
        <p:nvSpPr>
          <p:cNvPr id="14" name="Прямоугольник 13"/>
          <p:cNvSpPr/>
          <p:nvPr userDrawn="1"/>
        </p:nvSpPr>
        <p:spPr>
          <a:xfrm>
            <a:off x="6473907" y="503916"/>
            <a:ext cx="520538" cy="54632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00803B"/>
              </a:solidFill>
            </a:endParaRPr>
          </a:p>
        </p:txBody>
      </p:sp>
      <p:sp>
        <p:nvSpPr>
          <p:cNvPr id="15" name="Прямоугольник 14"/>
          <p:cNvSpPr/>
          <p:nvPr userDrawn="1"/>
        </p:nvSpPr>
        <p:spPr>
          <a:xfrm>
            <a:off x="7407233" y="195032"/>
            <a:ext cx="294303" cy="3088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00803B"/>
              </a:solidFill>
            </a:endParaRPr>
          </a:p>
        </p:txBody>
      </p:sp>
      <p:sp>
        <p:nvSpPr>
          <p:cNvPr id="16" name="Прямоугольник 15"/>
          <p:cNvSpPr/>
          <p:nvPr userDrawn="1"/>
        </p:nvSpPr>
        <p:spPr>
          <a:xfrm>
            <a:off x="10143176" y="6173333"/>
            <a:ext cx="294303" cy="3088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00803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3632864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 userDrawn="1"/>
        </p:nvSpPr>
        <p:spPr>
          <a:xfrm>
            <a:off x="939800" y="1891051"/>
            <a:ext cx="2612571" cy="413657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00803B"/>
              </a:solidFill>
            </a:endParaRPr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565488"/>
            <a:ext cx="10409916" cy="1325563"/>
          </a:xfrm>
        </p:spPr>
        <p:txBody>
          <a:bodyPr/>
          <a:lstStyle>
            <a:lvl1pPr algn="r">
              <a:lnSpc>
                <a:spcPct val="100000"/>
              </a:lnSpc>
              <a:defRPr>
                <a:solidFill>
                  <a:schemeClr val="tx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4" name="Рисунок 3"/>
          <p:cNvSpPr>
            <a:spLocks noGrp="1"/>
          </p:cNvSpPr>
          <p:nvPr>
            <p:ph type="pic" sz="quarter" idx="10"/>
          </p:nvPr>
        </p:nvSpPr>
        <p:spPr>
          <a:xfrm>
            <a:off x="1247775" y="2195849"/>
            <a:ext cx="2613025" cy="4106863"/>
          </a:xfrm>
        </p:spPr>
        <p:txBody>
          <a:bodyPr/>
          <a:lstStyle/>
          <a:p>
            <a:endParaRPr lang="ru-RU"/>
          </a:p>
        </p:txBody>
      </p:sp>
      <p:sp>
        <p:nvSpPr>
          <p:cNvPr id="14" name="Прямоугольник 13"/>
          <p:cNvSpPr/>
          <p:nvPr userDrawn="1"/>
        </p:nvSpPr>
        <p:spPr>
          <a:xfrm>
            <a:off x="4633685" y="1891051"/>
            <a:ext cx="2612571" cy="413657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00803B"/>
              </a:solidFill>
            </a:endParaRPr>
          </a:p>
        </p:txBody>
      </p:sp>
      <p:sp>
        <p:nvSpPr>
          <p:cNvPr id="21" name="Рисунок 3"/>
          <p:cNvSpPr>
            <a:spLocks noGrp="1"/>
          </p:cNvSpPr>
          <p:nvPr>
            <p:ph type="pic" sz="quarter" idx="11"/>
          </p:nvPr>
        </p:nvSpPr>
        <p:spPr>
          <a:xfrm>
            <a:off x="4941660" y="2195849"/>
            <a:ext cx="2613025" cy="4106863"/>
          </a:xfrm>
        </p:spPr>
        <p:txBody>
          <a:bodyPr/>
          <a:lstStyle/>
          <a:p>
            <a:endParaRPr lang="ru-RU"/>
          </a:p>
        </p:txBody>
      </p:sp>
      <p:sp>
        <p:nvSpPr>
          <p:cNvPr id="22" name="Прямоугольник 21"/>
          <p:cNvSpPr/>
          <p:nvPr userDrawn="1"/>
        </p:nvSpPr>
        <p:spPr>
          <a:xfrm>
            <a:off x="8327116" y="1929036"/>
            <a:ext cx="2612571" cy="413657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00803B"/>
              </a:solidFill>
            </a:endParaRPr>
          </a:p>
        </p:txBody>
      </p:sp>
      <p:sp>
        <p:nvSpPr>
          <p:cNvPr id="23" name="Рисунок 3"/>
          <p:cNvSpPr>
            <a:spLocks noGrp="1"/>
          </p:cNvSpPr>
          <p:nvPr>
            <p:ph type="pic" sz="quarter" idx="12"/>
          </p:nvPr>
        </p:nvSpPr>
        <p:spPr>
          <a:xfrm>
            <a:off x="8635091" y="2233834"/>
            <a:ext cx="2613025" cy="4106863"/>
          </a:xfrm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000677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2074" y="2548392"/>
            <a:ext cx="3207656" cy="1600200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4800">
                <a:solidFill>
                  <a:schemeClr val="accent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8" name="Прямоугольник 7"/>
          <p:cNvSpPr/>
          <p:nvPr userDrawn="1"/>
        </p:nvSpPr>
        <p:spPr>
          <a:xfrm>
            <a:off x="4049487" y="-4764"/>
            <a:ext cx="8142514" cy="428647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Рисунок 9"/>
          <p:cNvSpPr>
            <a:spLocks noGrp="1"/>
          </p:cNvSpPr>
          <p:nvPr>
            <p:ph type="pic" sz="quarter" idx="10"/>
          </p:nvPr>
        </p:nvSpPr>
        <p:spPr>
          <a:xfrm>
            <a:off x="4049487" y="4281488"/>
            <a:ext cx="8142513" cy="2576512"/>
          </a:xfrm>
        </p:spPr>
        <p:txBody>
          <a:bodyPr/>
          <a:lstStyle/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323217" y="457200"/>
            <a:ext cx="7375297" cy="3345543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24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1" name="Прямоугольник 10"/>
          <p:cNvSpPr/>
          <p:nvPr userDrawn="1"/>
        </p:nvSpPr>
        <p:spPr>
          <a:xfrm>
            <a:off x="11168742" y="3119766"/>
            <a:ext cx="1059543" cy="1112038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Прямоугольник 11"/>
          <p:cNvSpPr/>
          <p:nvPr userDrawn="1"/>
        </p:nvSpPr>
        <p:spPr>
          <a:xfrm>
            <a:off x="11470177" y="2597497"/>
            <a:ext cx="573678" cy="602101"/>
          </a:xfrm>
          <a:prstGeom prst="rect">
            <a:avLst/>
          </a:prstGeom>
          <a:solidFill>
            <a:schemeClr val="bg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рямоугольник 12"/>
          <p:cNvSpPr/>
          <p:nvPr userDrawn="1"/>
        </p:nvSpPr>
        <p:spPr>
          <a:xfrm>
            <a:off x="10119109" y="3629977"/>
            <a:ext cx="369013" cy="387296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Прямоугольник 13"/>
          <p:cNvSpPr/>
          <p:nvPr userDrawn="1"/>
        </p:nvSpPr>
        <p:spPr>
          <a:xfrm>
            <a:off x="360009" y="2521179"/>
            <a:ext cx="294303" cy="3088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7573345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2074" y="1633770"/>
            <a:ext cx="3207656" cy="1600200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4800">
                <a:solidFill>
                  <a:schemeClr val="accent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8" name="Прямоугольник 7"/>
          <p:cNvSpPr/>
          <p:nvPr userDrawn="1"/>
        </p:nvSpPr>
        <p:spPr>
          <a:xfrm>
            <a:off x="4049487" y="-4764"/>
            <a:ext cx="8142514" cy="686276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Прямоугольник 10"/>
          <p:cNvSpPr/>
          <p:nvPr userDrawn="1"/>
        </p:nvSpPr>
        <p:spPr>
          <a:xfrm>
            <a:off x="11274054" y="5745962"/>
            <a:ext cx="1059543" cy="1112038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Прямоугольник 11"/>
          <p:cNvSpPr/>
          <p:nvPr userDrawn="1"/>
        </p:nvSpPr>
        <p:spPr>
          <a:xfrm>
            <a:off x="11575489" y="5223693"/>
            <a:ext cx="573678" cy="602101"/>
          </a:xfrm>
          <a:prstGeom prst="rect">
            <a:avLst/>
          </a:prstGeom>
          <a:solidFill>
            <a:schemeClr val="bg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рямоугольник 12"/>
          <p:cNvSpPr/>
          <p:nvPr userDrawn="1"/>
        </p:nvSpPr>
        <p:spPr>
          <a:xfrm>
            <a:off x="10224421" y="6256173"/>
            <a:ext cx="369013" cy="387296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Прямоугольник 13"/>
          <p:cNvSpPr/>
          <p:nvPr userDrawn="1"/>
        </p:nvSpPr>
        <p:spPr>
          <a:xfrm>
            <a:off x="327771" y="1389065"/>
            <a:ext cx="294303" cy="3088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Прямоугольник 5"/>
          <p:cNvSpPr/>
          <p:nvPr userDrawn="1"/>
        </p:nvSpPr>
        <p:spPr>
          <a:xfrm>
            <a:off x="4630057" y="1016000"/>
            <a:ext cx="6643997" cy="4729962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Диаграмма 4"/>
          <p:cNvSpPr>
            <a:spLocks noGrp="1"/>
          </p:cNvSpPr>
          <p:nvPr>
            <p:ph type="chart" sz="quarter" idx="11"/>
          </p:nvPr>
        </p:nvSpPr>
        <p:spPr>
          <a:xfrm>
            <a:off x="4746625" y="1146175"/>
            <a:ext cx="6421438" cy="4398963"/>
          </a:xfrm>
        </p:spPr>
        <p:txBody>
          <a:bodyPr/>
          <a:lstStyle/>
          <a:p>
            <a:endParaRPr lang="ru-RU"/>
          </a:p>
        </p:txBody>
      </p:sp>
      <p:sp>
        <p:nvSpPr>
          <p:cNvPr id="16" name="Объект 3"/>
          <p:cNvSpPr>
            <a:spLocks noGrp="1"/>
          </p:cNvSpPr>
          <p:nvPr>
            <p:ph sz="half" idx="2"/>
          </p:nvPr>
        </p:nvSpPr>
        <p:spPr>
          <a:xfrm>
            <a:off x="622074" y="3478675"/>
            <a:ext cx="3207656" cy="1745018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  <a:lvl2pPr marL="457200" indent="0">
              <a:buNone/>
              <a:defRPr sz="1600"/>
            </a:lvl2pPr>
            <a:lvl3pPr marL="914400" indent="0">
              <a:buNone/>
              <a:defRPr sz="1400"/>
            </a:lvl3pPr>
            <a:lvl4pPr marL="1371600" indent="0">
              <a:buNone/>
              <a:defRPr sz="1200"/>
            </a:lvl4pPr>
            <a:lvl5pPr>
              <a:defRPr sz="1200"/>
            </a:lvl5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233758528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75666" y="840014"/>
            <a:ext cx="6455648" cy="1131796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4800">
                <a:solidFill>
                  <a:schemeClr val="accent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8" name="Прямоугольник 7"/>
          <p:cNvSpPr/>
          <p:nvPr userDrawn="1"/>
        </p:nvSpPr>
        <p:spPr>
          <a:xfrm>
            <a:off x="10638972" y="5545139"/>
            <a:ext cx="1553028" cy="1325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Прямоугольник 13"/>
          <p:cNvSpPr/>
          <p:nvPr userDrawn="1"/>
        </p:nvSpPr>
        <p:spPr>
          <a:xfrm>
            <a:off x="474922" y="323744"/>
            <a:ext cx="294303" cy="3088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Диаграмма 4"/>
          <p:cNvSpPr>
            <a:spLocks noGrp="1"/>
          </p:cNvSpPr>
          <p:nvPr>
            <p:ph type="chart" sz="quarter" idx="11"/>
          </p:nvPr>
        </p:nvSpPr>
        <p:spPr>
          <a:xfrm>
            <a:off x="975666" y="2278742"/>
            <a:ext cx="10110039" cy="2959465"/>
          </a:xfrm>
        </p:spPr>
        <p:txBody>
          <a:bodyPr/>
          <a:lstStyle/>
          <a:p>
            <a:endParaRPr lang="ru-RU" dirty="0"/>
          </a:p>
        </p:txBody>
      </p:sp>
      <p:sp>
        <p:nvSpPr>
          <p:cNvPr id="4" name="Рисунок 3"/>
          <p:cNvSpPr>
            <a:spLocks noGrp="1"/>
          </p:cNvSpPr>
          <p:nvPr>
            <p:ph type="pic" sz="quarter" idx="12"/>
          </p:nvPr>
        </p:nvSpPr>
        <p:spPr>
          <a:xfrm>
            <a:off x="0" y="5545138"/>
            <a:ext cx="10609263" cy="1312862"/>
          </a:xfrm>
        </p:spPr>
        <p:txBody>
          <a:bodyPr/>
          <a:lstStyle/>
          <a:p>
            <a:endParaRPr lang="ru-RU"/>
          </a:p>
        </p:txBody>
      </p:sp>
      <p:sp>
        <p:nvSpPr>
          <p:cNvPr id="15" name="Прямоугольник 14"/>
          <p:cNvSpPr/>
          <p:nvPr userDrawn="1"/>
        </p:nvSpPr>
        <p:spPr>
          <a:xfrm>
            <a:off x="975666" y="0"/>
            <a:ext cx="446735" cy="46886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6493749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124531" y="524933"/>
            <a:ext cx="3650668" cy="2051579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4400">
                <a:solidFill>
                  <a:schemeClr val="accent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8" name="Рисунок 6"/>
          <p:cNvSpPr>
            <a:spLocks noGrp="1"/>
          </p:cNvSpPr>
          <p:nvPr>
            <p:ph type="pic" sz="quarter" idx="14"/>
          </p:nvPr>
        </p:nvSpPr>
        <p:spPr>
          <a:xfrm>
            <a:off x="1337676" y="2993874"/>
            <a:ext cx="3618108" cy="2104571"/>
          </a:xfrm>
          <a:noFill/>
        </p:spPr>
        <p:txBody>
          <a:bodyPr/>
          <a:lstStyle/>
          <a:p>
            <a:endParaRPr lang="ru-RU" dirty="0"/>
          </a:p>
        </p:txBody>
      </p:sp>
      <p:sp>
        <p:nvSpPr>
          <p:cNvPr id="9" name="Прямоугольник 8"/>
          <p:cNvSpPr/>
          <p:nvPr userDrawn="1"/>
        </p:nvSpPr>
        <p:spPr>
          <a:xfrm>
            <a:off x="0" y="2993874"/>
            <a:ext cx="1337676" cy="210457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Рисунок 6"/>
          <p:cNvSpPr>
            <a:spLocks noGrp="1"/>
          </p:cNvSpPr>
          <p:nvPr>
            <p:ph type="pic" sz="quarter" idx="15"/>
          </p:nvPr>
        </p:nvSpPr>
        <p:spPr>
          <a:xfrm>
            <a:off x="4955784" y="2993874"/>
            <a:ext cx="3618108" cy="2104571"/>
          </a:xfrm>
          <a:noFill/>
        </p:spPr>
        <p:txBody>
          <a:bodyPr/>
          <a:lstStyle/>
          <a:p>
            <a:endParaRPr lang="ru-RU" dirty="0"/>
          </a:p>
        </p:txBody>
      </p:sp>
      <p:sp>
        <p:nvSpPr>
          <p:cNvPr id="12" name="Рисунок 6"/>
          <p:cNvSpPr>
            <a:spLocks noGrp="1"/>
          </p:cNvSpPr>
          <p:nvPr>
            <p:ph type="pic" sz="quarter" idx="16"/>
          </p:nvPr>
        </p:nvSpPr>
        <p:spPr>
          <a:xfrm>
            <a:off x="8573892" y="2993874"/>
            <a:ext cx="3618108" cy="2104571"/>
          </a:xfrm>
          <a:noFill/>
        </p:spPr>
        <p:txBody>
          <a:bodyPr/>
          <a:lstStyle/>
          <a:p>
            <a:endParaRPr lang="ru-RU" dirty="0"/>
          </a:p>
        </p:txBody>
      </p:sp>
      <p:sp>
        <p:nvSpPr>
          <p:cNvPr id="13" name="Текст 2"/>
          <p:cNvSpPr>
            <a:spLocks noGrp="1"/>
          </p:cNvSpPr>
          <p:nvPr>
            <p:ph type="body" idx="1"/>
          </p:nvPr>
        </p:nvSpPr>
        <p:spPr>
          <a:xfrm>
            <a:off x="1775130" y="5326932"/>
            <a:ext cx="2743200" cy="73818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" name="Текст 2"/>
          <p:cNvSpPr>
            <a:spLocks noGrp="1"/>
          </p:cNvSpPr>
          <p:nvPr>
            <p:ph type="body" idx="17"/>
          </p:nvPr>
        </p:nvSpPr>
        <p:spPr>
          <a:xfrm>
            <a:off x="5393238" y="5326932"/>
            <a:ext cx="2743200" cy="73818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5" name="Текст 2"/>
          <p:cNvSpPr>
            <a:spLocks noGrp="1"/>
          </p:cNvSpPr>
          <p:nvPr>
            <p:ph type="body" idx="18"/>
          </p:nvPr>
        </p:nvSpPr>
        <p:spPr>
          <a:xfrm>
            <a:off x="9011346" y="5326932"/>
            <a:ext cx="2743200" cy="73818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6" name="Прямоугольник 15"/>
          <p:cNvSpPr/>
          <p:nvPr userDrawn="1"/>
        </p:nvSpPr>
        <p:spPr>
          <a:xfrm>
            <a:off x="10972800" y="524932"/>
            <a:ext cx="462417" cy="48532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Прямоугольник 16"/>
          <p:cNvSpPr/>
          <p:nvPr userDrawn="1"/>
        </p:nvSpPr>
        <p:spPr>
          <a:xfrm>
            <a:off x="11587129" y="1117711"/>
            <a:ext cx="334834" cy="35142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" name="Прямоугольник 17"/>
          <p:cNvSpPr/>
          <p:nvPr userDrawn="1"/>
        </p:nvSpPr>
        <p:spPr>
          <a:xfrm>
            <a:off x="1170259" y="5520313"/>
            <a:ext cx="334834" cy="35142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3084405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ик 9"/>
          <p:cNvSpPr/>
          <p:nvPr userDrawn="1"/>
        </p:nvSpPr>
        <p:spPr>
          <a:xfrm>
            <a:off x="-1" y="1"/>
            <a:ext cx="7284812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Рисунок 12"/>
          <p:cNvSpPr>
            <a:spLocks noGrp="1"/>
          </p:cNvSpPr>
          <p:nvPr>
            <p:ph type="pic" sz="quarter" idx="10"/>
          </p:nvPr>
        </p:nvSpPr>
        <p:spPr>
          <a:xfrm>
            <a:off x="7284813" y="1"/>
            <a:ext cx="4907187" cy="2946400"/>
          </a:xfrm>
        </p:spPr>
        <p:txBody>
          <a:bodyPr/>
          <a:lstStyle/>
          <a:p>
            <a:endParaRPr lang="ru-RU"/>
          </a:p>
        </p:txBody>
      </p:sp>
      <p:sp>
        <p:nvSpPr>
          <p:cNvPr id="8" name="Рисунок 12"/>
          <p:cNvSpPr>
            <a:spLocks noGrp="1"/>
          </p:cNvSpPr>
          <p:nvPr>
            <p:ph type="pic" sz="quarter" idx="11"/>
          </p:nvPr>
        </p:nvSpPr>
        <p:spPr>
          <a:xfrm>
            <a:off x="7284812" y="2946401"/>
            <a:ext cx="4907187" cy="2452913"/>
          </a:xfrm>
        </p:spPr>
        <p:txBody>
          <a:bodyPr/>
          <a:lstStyle/>
          <a:p>
            <a:endParaRPr lang="ru-RU"/>
          </a:p>
        </p:txBody>
      </p:sp>
      <p:sp>
        <p:nvSpPr>
          <p:cNvPr id="12" name="Рисунок 12"/>
          <p:cNvSpPr>
            <a:spLocks noGrp="1"/>
          </p:cNvSpPr>
          <p:nvPr>
            <p:ph type="pic" sz="quarter" idx="12"/>
          </p:nvPr>
        </p:nvSpPr>
        <p:spPr>
          <a:xfrm>
            <a:off x="7284813" y="5399314"/>
            <a:ext cx="4907187" cy="1458686"/>
          </a:xfrm>
        </p:spPr>
        <p:txBody>
          <a:bodyPr/>
          <a:lstStyle/>
          <a:p>
            <a:endParaRPr lang="ru-RU"/>
          </a:p>
        </p:txBody>
      </p:sp>
      <p:sp>
        <p:nvSpPr>
          <p:cNvPr id="17" name="Объект 2"/>
          <p:cNvSpPr>
            <a:spLocks noGrp="1"/>
          </p:cNvSpPr>
          <p:nvPr>
            <p:ph idx="1"/>
          </p:nvPr>
        </p:nvSpPr>
        <p:spPr>
          <a:xfrm>
            <a:off x="596673" y="2061029"/>
            <a:ext cx="6079897" cy="4285797"/>
          </a:xfrm>
        </p:spPr>
        <p:txBody>
          <a:bodyPr/>
          <a:lstStyle>
            <a:lvl1pPr>
              <a:lnSpc>
                <a:spcPct val="100000"/>
              </a:lnSpc>
              <a:defRPr sz="3200"/>
            </a:lvl1pPr>
            <a:lvl2pPr>
              <a:lnSpc>
                <a:spcPct val="100000"/>
              </a:lnSpc>
              <a:defRPr sz="2800"/>
            </a:lvl2pPr>
            <a:lvl3pPr>
              <a:lnSpc>
                <a:spcPct val="100000"/>
              </a:lnSpc>
              <a:defRPr sz="2400"/>
            </a:lvl3pPr>
            <a:lvl4pPr>
              <a:lnSpc>
                <a:spcPct val="100000"/>
              </a:lnSpc>
              <a:defRPr sz="2000"/>
            </a:lvl4pPr>
            <a:lvl5pPr>
              <a:lnSpc>
                <a:spcPct val="100000"/>
              </a:lnSpc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18" name="Заголовок 1"/>
          <p:cNvSpPr>
            <a:spLocks noGrp="1"/>
          </p:cNvSpPr>
          <p:nvPr>
            <p:ph type="title"/>
          </p:nvPr>
        </p:nvSpPr>
        <p:spPr>
          <a:xfrm>
            <a:off x="596673" y="560009"/>
            <a:ext cx="5552039" cy="1202267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44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19" name="Прямоугольник 18"/>
          <p:cNvSpPr/>
          <p:nvPr userDrawn="1"/>
        </p:nvSpPr>
        <p:spPr>
          <a:xfrm rot="5400000">
            <a:off x="14680" y="5772209"/>
            <a:ext cx="1059543" cy="1112038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Прямоугольник 19"/>
          <p:cNvSpPr/>
          <p:nvPr userDrawn="1"/>
        </p:nvSpPr>
        <p:spPr>
          <a:xfrm rot="5400000">
            <a:off x="857620" y="6057690"/>
            <a:ext cx="573678" cy="602101"/>
          </a:xfrm>
          <a:prstGeom prst="rect">
            <a:avLst/>
          </a:prstGeom>
          <a:solidFill>
            <a:schemeClr val="bg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Прямоугольник 20"/>
          <p:cNvSpPr/>
          <p:nvPr userDrawn="1"/>
        </p:nvSpPr>
        <p:spPr>
          <a:xfrm rot="5400000">
            <a:off x="446550" y="4909127"/>
            <a:ext cx="369013" cy="387296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788592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ик 9"/>
          <p:cNvSpPr/>
          <p:nvPr userDrawn="1"/>
        </p:nvSpPr>
        <p:spPr>
          <a:xfrm>
            <a:off x="10914742" y="0"/>
            <a:ext cx="1277257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sz="quarter" idx="10"/>
          </p:nvPr>
        </p:nvSpPr>
        <p:spPr>
          <a:xfrm>
            <a:off x="0" y="1"/>
            <a:ext cx="10885488" cy="3468914"/>
          </a:xfrm>
        </p:spPr>
        <p:txBody>
          <a:bodyPr/>
          <a:lstStyle/>
          <a:p>
            <a:endParaRPr lang="ru-RU"/>
          </a:p>
        </p:txBody>
      </p:sp>
      <p:sp>
        <p:nvSpPr>
          <p:cNvPr id="14" name="Прямоугольник 13"/>
          <p:cNvSpPr/>
          <p:nvPr userDrawn="1"/>
        </p:nvSpPr>
        <p:spPr>
          <a:xfrm>
            <a:off x="1857828" y="3819676"/>
            <a:ext cx="653143" cy="68550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2" name="Текст 2"/>
          <p:cNvSpPr>
            <a:spLocks noGrp="1"/>
          </p:cNvSpPr>
          <p:nvPr>
            <p:ph type="body" idx="1"/>
          </p:nvPr>
        </p:nvSpPr>
        <p:spPr>
          <a:xfrm>
            <a:off x="812799" y="4644760"/>
            <a:ext cx="2743200" cy="73818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23" name="Прямоугольник 22"/>
          <p:cNvSpPr/>
          <p:nvPr userDrawn="1"/>
        </p:nvSpPr>
        <p:spPr>
          <a:xfrm>
            <a:off x="5014684" y="3819676"/>
            <a:ext cx="653143" cy="68550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4" name="Текст 2"/>
          <p:cNvSpPr>
            <a:spLocks noGrp="1"/>
          </p:cNvSpPr>
          <p:nvPr>
            <p:ph type="body" idx="11"/>
          </p:nvPr>
        </p:nvSpPr>
        <p:spPr>
          <a:xfrm>
            <a:off x="3969655" y="4644760"/>
            <a:ext cx="2743200" cy="73818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25" name="Прямоугольник 24"/>
          <p:cNvSpPr/>
          <p:nvPr userDrawn="1"/>
        </p:nvSpPr>
        <p:spPr>
          <a:xfrm>
            <a:off x="8171540" y="3819676"/>
            <a:ext cx="653143" cy="68550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6" name="Текст 2"/>
          <p:cNvSpPr>
            <a:spLocks noGrp="1"/>
          </p:cNvSpPr>
          <p:nvPr>
            <p:ph type="body" idx="12"/>
          </p:nvPr>
        </p:nvSpPr>
        <p:spPr>
          <a:xfrm>
            <a:off x="7126511" y="4644760"/>
            <a:ext cx="2743200" cy="73818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386641037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ик 9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Рисунок 12"/>
          <p:cNvSpPr>
            <a:spLocks noGrp="1"/>
          </p:cNvSpPr>
          <p:nvPr>
            <p:ph type="pic" sz="quarter" idx="10"/>
          </p:nvPr>
        </p:nvSpPr>
        <p:spPr>
          <a:xfrm>
            <a:off x="10733" y="2815771"/>
            <a:ext cx="1874895" cy="3119408"/>
          </a:xfrm>
        </p:spPr>
        <p:txBody>
          <a:bodyPr/>
          <a:lstStyle/>
          <a:p>
            <a:endParaRPr lang="ru-RU" dirty="0"/>
          </a:p>
        </p:txBody>
      </p:sp>
      <p:sp>
        <p:nvSpPr>
          <p:cNvPr id="18" name="Заголовок 1"/>
          <p:cNvSpPr>
            <a:spLocks noGrp="1"/>
          </p:cNvSpPr>
          <p:nvPr>
            <p:ph type="title"/>
          </p:nvPr>
        </p:nvSpPr>
        <p:spPr>
          <a:xfrm>
            <a:off x="596674" y="944010"/>
            <a:ext cx="4918756" cy="1202267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44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2" name="Прямоугольник 1"/>
          <p:cNvSpPr/>
          <p:nvPr userDrawn="1"/>
        </p:nvSpPr>
        <p:spPr>
          <a:xfrm>
            <a:off x="5788813" y="0"/>
            <a:ext cx="5733143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Объект 2"/>
          <p:cNvSpPr>
            <a:spLocks noGrp="1"/>
          </p:cNvSpPr>
          <p:nvPr>
            <p:ph idx="1"/>
          </p:nvPr>
        </p:nvSpPr>
        <p:spPr>
          <a:xfrm>
            <a:off x="6096001" y="560009"/>
            <a:ext cx="5016820" cy="5782734"/>
          </a:xfrm>
        </p:spPr>
        <p:txBody>
          <a:bodyPr/>
          <a:lstStyle>
            <a:lvl1pPr>
              <a:lnSpc>
                <a:spcPct val="100000"/>
              </a:lnSpc>
              <a:defRPr sz="3200"/>
            </a:lvl1pPr>
            <a:lvl2pPr>
              <a:lnSpc>
                <a:spcPct val="100000"/>
              </a:lnSpc>
              <a:defRPr sz="2800"/>
            </a:lvl2pPr>
            <a:lvl3pPr>
              <a:lnSpc>
                <a:spcPct val="100000"/>
              </a:lnSpc>
              <a:defRPr sz="2400"/>
            </a:lvl3pPr>
            <a:lvl4pPr>
              <a:lnSpc>
                <a:spcPct val="100000"/>
              </a:lnSpc>
              <a:defRPr sz="2000"/>
            </a:lvl4pPr>
            <a:lvl5pPr>
              <a:lnSpc>
                <a:spcPct val="100000"/>
              </a:lnSpc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15" name="Рисунок 12"/>
          <p:cNvSpPr>
            <a:spLocks noGrp="1"/>
          </p:cNvSpPr>
          <p:nvPr>
            <p:ph type="pic" sz="quarter" idx="11"/>
          </p:nvPr>
        </p:nvSpPr>
        <p:spPr>
          <a:xfrm>
            <a:off x="1903979" y="2815771"/>
            <a:ext cx="1986803" cy="3119408"/>
          </a:xfrm>
        </p:spPr>
        <p:txBody>
          <a:bodyPr/>
          <a:lstStyle/>
          <a:p>
            <a:endParaRPr lang="ru-RU" dirty="0"/>
          </a:p>
        </p:txBody>
      </p:sp>
      <p:sp>
        <p:nvSpPr>
          <p:cNvPr id="16" name="Рисунок 12"/>
          <p:cNvSpPr>
            <a:spLocks noGrp="1"/>
          </p:cNvSpPr>
          <p:nvPr>
            <p:ph type="pic" sz="quarter" idx="12"/>
          </p:nvPr>
        </p:nvSpPr>
        <p:spPr>
          <a:xfrm>
            <a:off x="3902350" y="2815771"/>
            <a:ext cx="1874895" cy="3119408"/>
          </a:xfrm>
        </p:spPr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5017092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Рисунок 12"/>
          <p:cNvSpPr>
            <a:spLocks noGrp="1"/>
          </p:cNvSpPr>
          <p:nvPr>
            <p:ph type="pic" sz="quarter" idx="10"/>
          </p:nvPr>
        </p:nvSpPr>
        <p:spPr>
          <a:xfrm>
            <a:off x="5413829" y="0"/>
            <a:ext cx="6778171" cy="6857999"/>
          </a:xfrm>
        </p:spPr>
        <p:txBody>
          <a:bodyPr/>
          <a:lstStyle/>
          <a:p>
            <a:endParaRPr lang="ru-RU"/>
          </a:p>
        </p:txBody>
      </p:sp>
      <p:sp>
        <p:nvSpPr>
          <p:cNvPr id="11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4107542" y="1156202"/>
            <a:ext cx="3483429" cy="2023549"/>
          </a:xfrm>
          <a:solidFill>
            <a:schemeClr val="accent1"/>
          </a:solidFill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none"/>
        </p:style>
        <p:txBody>
          <a:bodyPr>
            <a:normAutofit/>
          </a:bodyPr>
          <a:lstStyle>
            <a:lvl1pPr algn="ctr">
              <a:lnSpc>
                <a:spcPct val="100000"/>
              </a:lnSpc>
              <a:defRPr sz="24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Образец </a:t>
            </a:r>
            <a:br>
              <a:rPr lang="ru-RU" dirty="0"/>
            </a:br>
            <a:r>
              <a:rPr lang="ru-RU" dirty="0"/>
              <a:t>заголовка</a:t>
            </a:r>
          </a:p>
        </p:txBody>
      </p:sp>
      <p:sp>
        <p:nvSpPr>
          <p:cNvPr id="14" name="Заголовок 1"/>
          <p:cNvSpPr txBox="1">
            <a:spLocks/>
          </p:cNvSpPr>
          <p:nvPr userDrawn="1"/>
        </p:nvSpPr>
        <p:spPr>
          <a:xfrm>
            <a:off x="8122888" y="1156202"/>
            <a:ext cx="3483429" cy="2023549"/>
          </a:xfrm>
          <a:prstGeom prst="rect">
            <a:avLst/>
          </a:prstGeom>
          <a:solidFill>
            <a:schemeClr val="accent1"/>
          </a:solidFill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none"/>
        </p:style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>
              <a:lnSpc>
                <a:spcPct val="100000"/>
              </a:lnSpc>
            </a:pPr>
            <a:r>
              <a:rPr lang="ru-RU" sz="2400" dirty="0"/>
              <a:t>Образец </a:t>
            </a:r>
          </a:p>
          <a:p>
            <a:pPr>
              <a:lnSpc>
                <a:spcPct val="100000"/>
              </a:lnSpc>
            </a:pPr>
            <a:r>
              <a:rPr lang="ru-RU" sz="2400" dirty="0"/>
              <a:t>заголовка</a:t>
            </a:r>
          </a:p>
        </p:txBody>
      </p:sp>
      <p:sp>
        <p:nvSpPr>
          <p:cNvPr id="15" name="Заголовок 1"/>
          <p:cNvSpPr txBox="1">
            <a:spLocks/>
          </p:cNvSpPr>
          <p:nvPr userDrawn="1"/>
        </p:nvSpPr>
        <p:spPr>
          <a:xfrm>
            <a:off x="4107542" y="3776030"/>
            <a:ext cx="3483429" cy="2023549"/>
          </a:xfrm>
          <a:prstGeom prst="rect">
            <a:avLst/>
          </a:prstGeom>
          <a:solidFill>
            <a:schemeClr val="accent1"/>
          </a:solidFill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none"/>
        </p:style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>
              <a:lnSpc>
                <a:spcPct val="100000"/>
              </a:lnSpc>
            </a:pPr>
            <a:r>
              <a:rPr lang="ru-RU" sz="2400" dirty="0"/>
              <a:t>Образец </a:t>
            </a:r>
          </a:p>
          <a:p>
            <a:pPr>
              <a:lnSpc>
                <a:spcPct val="100000"/>
              </a:lnSpc>
            </a:pPr>
            <a:r>
              <a:rPr lang="ru-RU" sz="2400" dirty="0"/>
              <a:t>заголовка</a:t>
            </a:r>
          </a:p>
        </p:txBody>
      </p:sp>
      <p:sp>
        <p:nvSpPr>
          <p:cNvPr id="16" name="Заголовок 1"/>
          <p:cNvSpPr txBox="1">
            <a:spLocks/>
          </p:cNvSpPr>
          <p:nvPr userDrawn="1"/>
        </p:nvSpPr>
        <p:spPr>
          <a:xfrm>
            <a:off x="8122888" y="3776030"/>
            <a:ext cx="3483429" cy="2023549"/>
          </a:xfrm>
          <a:prstGeom prst="rect">
            <a:avLst/>
          </a:prstGeom>
          <a:solidFill>
            <a:schemeClr val="accent1"/>
          </a:solidFill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none"/>
        </p:style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>
              <a:lnSpc>
                <a:spcPct val="100000"/>
              </a:lnSpc>
            </a:pPr>
            <a:r>
              <a:rPr lang="ru-RU" sz="2400" dirty="0"/>
              <a:t>Образец </a:t>
            </a:r>
          </a:p>
          <a:p>
            <a:pPr>
              <a:lnSpc>
                <a:spcPct val="100000"/>
              </a:lnSpc>
            </a:pPr>
            <a:r>
              <a:rPr lang="ru-RU" sz="2400" dirty="0"/>
              <a:t>заголовка</a:t>
            </a:r>
          </a:p>
        </p:txBody>
      </p:sp>
      <p:sp>
        <p:nvSpPr>
          <p:cNvPr id="22" name="Заголовок 1"/>
          <p:cNvSpPr txBox="1">
            <a:spLocks/>
          </p:cNvSpPr>
          <p:nvPr userDrawn="1"/>
        </p:nvSpPr>
        <p:spPr>
          <a:xfrm>
            <a:off x="631045" y="2039934"/>
            <a:ext cx="3650668" cy="205157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32B824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ru-RU" dirty="0">
                <a:solidFill>
                  <a:schemeClr val="accent1"/>
                </a:solidFill>
              </a:rPr>
              <a:t>Образец заголовка</a:t>
            </a:r>
          </a:p>
        </p:txBody>
      </p:sp>
      <p:sp>
        <p:nvSpPr>
          <p:cNvPr id="23" name="Прямоугольник 22"/>
          <p:cNvSpPr/>
          <p:nvPr userDrawn="1"/>
        </p:nvSpPr>
        <p:spPr>
          <a:xfrm>
            <a:off x="2163105" y="6255898"/>
            <a:ext cx="573678" cy="6021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4" name="Прямоугольник 23"/>
          <p:cNvSpPr/>
          <p:nvPr userDrawn="1"/>
        </p:nvSpPr>
        <p:spPr>
          <a:xfrm>
            <a:off x="415453" y="5799579"/>
            <a:ext cx="369013" cy="38729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5" name="Прямоугольник 24"/>
          <p:cNvSpPr/>
          <p:nvPr userDrawn="1"/>
        </p:nvSpPr>
        <p:spPr>
          <a:xfrm>
            <a:off x="1746595" y="638413"/>
            <a:ext cx="235300" cy="2469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9526643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ик 9"/>
          <p:cNvSpPr/>
          <p:nvPr userDrawn="1"/>
        </p:nvSpPr>
        <p:spPr>
          <a:xfrm>
            <a:off x="-2" y="0"/>
            <a:ext cx="12192001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" name="Заголовок 1"/>
          <p:cNvSpPr>
            <a:spLocks noGrp="1"/>
          </p:cNvSpPr>
          <p:nvPr>
            <p:ph type="title"/>
          </p:nvPr>
        </p:nvSpPr>
        <p:spPr>
          <a:xfrm>
            <a:off x="596673" y="560009"/>
            <a:ext cx="10884127" cy="1202267"/>
          </a:xfrm>
        </p:spPr>
        <p:txBody>
          <a:bodyPr anchor="b">
            <a:normAutofit/>
          </a:bodyPr>
          <a:lstStyle>
            <a:lvl1pPr algn="ctr">
              <a:lnSpc>
                <a:spcPct val="100000"/>
              </a:lnSpc>
              <a:defRPr sz="44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19" name="Прямоугольник 18"/>
          <p:cNvSpPr/>
          <p:nvPr userDrawn="1"/>
        </p:nvSpPr>
        <p:spPr>
          <a:xfrm rot="5400000">
            <a:off x="14680" y="5960896"/>
            <a:ext cx="1059543" cy="1112038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Прямоугольник 19"/>
          <p:cNvSpPr/>
          <p:nvPr userDrawn="1"/>
        </p:nvSpPr>
        <p:spPr>
          <a:xfrm rot="5400000">
            <a:off x="857620" y="6057691"/>
            <a:ext cx="573678" cy="602101"/>
          </a:xfrm>
          <a:prstGeom prst="rect">
            <a:avLst/>
          </a:prstGeom>
          <a:solidFill>
            <a:schemeClr val="bg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Прямоугольник 20"/>
          <p:cNvSpPr/>
          <p:nvPr userDrawn="1"/>
        </p:nvSpPr>
        <p:spPr>
          <a:xfrm rot="5400000">
            <a:off x="113295" y="4662234"/>
            <a:ext cx="369013" cy="387296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Прямоугольник 10"/>
          <p:cNvSpPr/>
          <p:nvPr userDrawn="1"/>
        </p:nvSpPr>
        <p:spPr>
          <a:xfrm>
            <a:off x="1504140" y="2451380"/>
            <a:ext cx="1959430" cy="205650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Текст 2"/>
          <p:cNvSpPr>
            <a:spLocks noGrp="1"/>
          </p:cNvSpPr>
          <p:nvPr>
            <p:ph type="body" idx="1"/>
          </p:nvPr>
        </p:nvSpPr>
        <p:spPr>
          <a:xfrm>
            <a:off x="1112255" y="4644610"/>
            <a:ext cx="2743200" cy="73818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5" name="Прямоугольник 14"/>
          <p:cNvSpPr/>
          <p:nvPr userDrawn="1"/>
        </p:nvSpPr>
        <p:spPr>
          <a:xfrm>
            <a:off x="5168997" y="2451380"/>
            <a:ext cx="1959430" cy="205650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Текст 2"/>
          <p:cNvSpPr>
            <a:spLocks noGrp="1"/>
          </p:cNvSpPr>
          <p:nvPr>
            <p:ph type="body" idx="10"/>
          </p:nvPr>
        </p:nvSpPr>
        <p:spPr>
          <a:xfrm>
            <a:off x="4777112" y="4644610"/>
            <a:ext cx="2743200" cy="73818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22" name="Прямоугольник 21"/>
          <p:cNvSpPr/>
          <p:nvPr userDrawn="1"/>
        </p:nvSpPr>
        <p:spPr>
          <a:xfrm>
            <a:off x="8833854" y="2451380"/>
            <a:ext cx="1959430" cy="205650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3" name="Текст 2"/>
          <p:cNvSpPr>
            <a:spLocks noGrp="1"/>
          </p:cNvSpPr>
          <p:nvPr>
            <p:ph type="body" idx="11"/>
          </p:nvPr>
        </p:nvSpPr>
        <p:spPr>
          <a:xfrm>
            <a:off x="8441969" y="4644610"/>
            <a:ext cx="2743200" cy="73818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24" name="Прямоугольник 23"/>
          <p:cNvSpPr/>
          <p:nvPr userDrawn="1"/>
        </p:nvSpPr>
        <p:spPr>
          <a:xfrm rot="5400000">
            <a:off x="10477113" y="-36940"/>
            <a:ext cx="1059543" cy="1112038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5" name="Прямоугольник 24"/>
          <p:cNvSpPr/>
          <p:nvPr userDrawn="1"/>
        </p:nvSpPr>
        <p:spPr>
          <a:xfrm rot="5400000">
            <a:off x="11344112" y="747801"/>
            <a:ext cx="573678" cy="602101"/>
          </a:xfrm>
          <a:prstGeom prst="rect">
            <a:avLst/>
          </a:prstGeom>
          <a:solidFill>
            <a:schemeClr val="bg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41689113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ик 9"/>
          <p:cNvSpPr/>
          <p:nvPr userDrawn="1"/>
        </p:nvSpPr>
        <p:spPr>
          <a:xfrm>
            <a:off x="-2" y="0"/>
            <a:ext cx="12192001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" name="Заголовок 1"/>
          <p:cNvSpPr>
            <a:spLocks noGrp="1"/>
          </p:cNvSpPr>
          <p:nvPr>
            <p:ph type="title"/>
          </p:nvPr>
        </p:nvSpPr>
        <p:spPr>
          <a:xfrm>
            <a:off x="596673" y="560009"/>
            <a:ext cx="10884127" cy="1202267"/>
          </a:xfrm>
        </p:spPr>
        <p:txBody>
          <a:bodyPr anchor="b">
            <a:normAutofit/>
          </a:bodyPr>
          <a:lstStyle>
            <a:lvl1pPr algn="ctr">
              <a:lnSpc>
                <a:spcPct val="100000"/>
              </a:lnSpc>
              <a:defRPr sz="44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19" name="Прямоугольник 18"/>
          <p:cNvSpPr/>
          <p:nvPr userDrawn="1"/>
        </p:nvSpPr>
        <p:spPr>
          <a:xfrm rot="5400000">
            <a:off x="14680" y="5960896"/>
            <a:ext cx="1059543" cy="1112038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Прямоугольник 19"/>
          <p:cNvSpPr/>
          <p:nvPr userDrawn="1"/>
        </p:nvSpPr>
        <p:spPr>
          <a:xfrm rot="5400000">
            <a:off x="857620" y="6057691"/>
            <a:ext cx="573678" cy="602101"/>
          </a:xfrm>
          <a:prstGeom prst="rect">
            <a:avLst/>
          </a:prstGeom>
          <a:solidFill>
            <a:schemeClr val="bg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Прямоугольник 20"/>
          <p:cNvSpPr/>
          <p:nvPr userDrawn="1"/>
        </p:nvSpPr>
        <p:spPr>
          <a:xfrm rot="5400000">
            <a:off x="113295" y="4662234"/>
            <a:ext cx="369013" cy="387296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Текст 2"/>
          <p:cNvSpPr>
            <a:spLocks noGrp="1"/>
          </p:cNvSpPr>
          <p:nvPr>
            <p:ph type="body" idx="1"/>
          </p:nvPr>
        </p:nvSpPr>
        <p:spPr>
          <a:xfrm>
            <a:off x="1112255" y="4644610"/>
            <a:ext cx="2743200" cy="73818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6" name="Текст 2"/>
          <p:cNvSpPr>
            <a:spLocks noGrp="1"/>
          </p:cNvSpPr>
          <p:nvPr>
            <p:ph type="body" idx="10"/>
          </p:nvPr>
        </p:nvSpPr>
        <p:spPr>
          <a:xfrm>
            <a:off x="4777112" y="4644610"/>
            <a:ext cx="2743200" cy="73818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23" name="Текст 2"/>
          <p:cNvSpPr>
            <a:spLocks noGrp="1"/>
          </p:cNvSpPr>
          <p:nvPr>
            <p:ph type="body" idx="11"/>
          </p:nvPr>
        </p:nvSpPr>
        <p:spPr>
          <a:xfrm>
            <a:off x="8441969" y="4644610"/>
            <a:ext cx="2743200" cy="73818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24" name="Прямоугольник 23"/>
          <p:cNvSpPr/>
          <p:nvPr userDrawn="1"/>
        </p:nvSpPr>
        <p:spPr>
          <a:xfrm rot="5400000">
            <a:off x="10477113" y="-36940"/>
            <a:ext cx="1059543" cy="1112038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5" name="Прямоугольник 24"/>
          <p:cNvSpPr/>
          <p:nvPr userDrawn="1"/>
        </p:nvSpPr>
        <p:spPr>
          <a:xfrm rot="5400000">
            <a:off x="11344112" y="747801"/>
            <a:ext cx="573678" cy="602101"/>
          </a:xfrm>
          <a:prstGeom prst="rect">
            <a:avLst/>
          </a:prstGeom>
          <a:solidFill>
            <a:schemeClr val="bg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sz="quarter" idx="12"/>
          </p:nvPr>
        </p:nvSpPr>
        <p:spPr>
          <a:xfrm>
            <a:off x="1458330" y="2451100"/>
            <a:ext cx="2051050" cy="2057400"/>
          </a:xfrm>
        </p:spPr>
        <p:txBody>
          <a:bodyPr/>
          <a:lstStyle/>
          <a:p>
            <a:endParaRPr lang="ru-RU"/>
          </a:p>
        </p:txBody>
      </p:sp>
      <p:sp>
        <p:nvSpPr>
          <p:cNvPr id="17" name="Рисунок 2"/>
          <p:cNvSpPr>
            <a:spLocks noGrp="1"/>
          </p:cNvSpPr>
          <p:nvPr>
            <p:ph type="pic" sz="quarter" idx="13"/>
          </p:nvPr>
        </p:nvSpPr>
        <p:spPr>
          <a:xfrm>
            <a:off x="5123187" y="2451100"/>
            <a:ext cx="2051050" cy="2057400"/>
          </a:xfrm>
        </p:spPr>
        <p:txBody>
          <a:bodyPr/>
          <a:lstStyle/>
          <a:p>
            <a:endParaRPr lang="ru-RU"/>
          </a:p>
        </p:txBody>
      </p:sp>
      <p:sp>
        <p:nvSpPr>
          <p:cNvPr id="26" name="Рисунок 2"/>
          <p:cNvSpPr>
            <a:spLocks noGrp="1"/>
          </p:cNvSpPr>
          <p:nvPr>
            <p:ph type="pic" sz="quarter" idx="14"/>
          </p:nvPr>
        </p:nvSpPr>
        <p:spPr>
          <a:xfrm>
            <a:off x="8788044" y="2451100"/>
            <a:ext cx="2051050" cy="2057400"/>
          </a:xfrm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5748138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Прямоугольник 26"/>
          <p:cNvSpPr/>
          <p:nvPr userDrawn="1"/>
        </p:nvSpPr>
        <p:spPr>
          <a:xfrm>
            <a:off x="8668543" y="2489162"/>
            <a:ext cx="2032001" cy="205380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2" name="Прямоугольник 21"/>
          <p:cNvSpPr/>
          <p:nvPr userDrawn="1"/>
        </p:nvSpPr>
        <p:spPr>
          <a:xfrm>
            <a:off x="5022735" y="2489162"/>
            <a:ext cx="2032001" cy="205380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Прямоугольник 14"/>
          <p:cNvSpPr/>
          <p:nvPr userDrawn="1"/>
        </p:nvSpPr>
        <p:spPr>
          <a:xfrm>
            <a:off x="1335314" y="2474647"/>
            <a:ext cx="2032001" cy="205380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" name="Заголовок 1"/>
          <p:cNvSpPr>
            <a:spLocks noGrp="1"/>
          </p:cNvSpPr>
          <p:nvPr>
            <p:ph type="title"/>
          </p:nvPr>
        </p:nvSpPr>
        <p:spPr>
          <a:xfrm>
            <a:off x="596673" y="734181"/>
            <a:ext cx="10884127" cy="1202267"/>
          </a:xfrm>
        </p:spPr>
        <p:txBody>
          <a:bodyPr anchor="b">
            <a:normAutofit/>
          </a:bodyPr>
          <a:lstStyle>
            <a:lvl1pPr algn="ctr">
              <a:lnSpc>
                <a:spcPct val="100000"/>
              </a:lnSpc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14" name="Текст 2"/>
          <p:cNvSpPr>
            <a:spLocks noGrp="1"/>
          </p:cNvSpPr>
          <p:nvPr>
            <p:ph type="body" idx="1"/>
          </p:nvPr>
        </p:nvSpPr>
        <p:spPr>
          <a:xfrm>
            <a:off x="1112255" y="4818782"/>
            <a:ext cx="2743200" cy="73818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6" name="Текст 2"/>
          <p:cNvSpPr>
            <a:spLocks noGrp="1"/>
          </p:cNvSpPr>
          <p:nvPr>
            <p:ph type="body" idx="10"/>
          </p:nvPr>
        </p:nvSpPr>
        <p:spPr>
          <a:xfrm>
            <a:off x="4777112" y="4818782"/>
            <a:ext cx="2743200" cy="73818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23" name="Текст 2"/>
          <p:cNvSpPr>
            <a:spLocks noGrp="1"/>
          </p:cNvSpPr>
          <p:nvPr>
            <p:ph type="body" idx="11"/>
          </p:nvPr>
        </p:nvSpPr>
        <p:spPr>
          <a:xfrm>
            <a:off x="8441969" y="4818782"/>
            <a:ext cx="2743200" cy="73818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sz="quarter" idx="12"/>
          </p:nvPr>
        </p:nvSpPr>
        <p:spPr>
          <a:xfrm>
            <a:off x="1458330" y="2625272"/>
            <a:ext cx="2051050" cy="2057400"/>
          </a:xfrm>
        </p:spPr>
        <p:txBody>
          <a:bodyPr/>
          <a:lstStyle/>
          <a:p>
            <a:endParaRPr lang="ru-RU"/>
          </a:p>
        </p:txBody>
      </p:sp>
      <p:sp>
        <p:nvSpPr>
          <p:cNvPr id="17" name="Рисунок 2"/>
          <p:cNvSpPr>
            <a:spLocks noGrp="1"/>
          </p:cNvSpPr>
          <p:nvPr>
            <p:ph type="pic" sz="quarter" idx="13"/>
          </p:nvPr>
        </p:nvSpPr>
        <p:spPr>
          <a:xfrm>
            <a:off x="5123187" y="2625272"/>
            <a:ext cx="2051050" cy="2057400"/>
          </a:xfrm>
        </p:spPr>
        <p:txBody>
          <a:bodyPr/>
          <a:lstStyle/>
          <a:p>
            <a:endParaRPr lang="ru-RU"/>
          </a:p>
        </p:txBody>
      </p:sp>
      <p:sp>
        <p:nvSpPr>
          <p:cNvPr id="26" name="Рисунок 2"/>
          <p:cNvSpPr>
            <a:spLocks noGrp="1"/>
          </p:cNvSpPr>
          <p:nvPr>
            <p:ph type="pic" sz="quarter" idx="14"/>
          </p:nvPr>
        </p:nvSpPr>
        <p:spPr>
          <a:xfrm>
            <a:off x="8788044" y="2625272"/>
            <a:ext cx="2051050" cy="2057400"/>
          </a:xfrm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0671432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Прямоугольник 14"/>
          <p:cNvSpPr/>
          <p:nvPr userDrawn="1"/>
        </p:nvSpPr>
        <p:spPr>
          <a:xfrm>
            <a:off x="0" y="0"/>
            <a:ext cx="6110514" cy="34735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Текст 2"/>
          <p:cNvSpPr>
            <a:spLocks noGrp="1"/>
          </p:cNvSpPr>
          <p:nvPr>
            <p:ph type="body" idx="10"/>
          </p:nvPr>
        </p:nvSpPr>
        <p:spPr>
          <a:xfrm>
            <a:off x="471763" y="1931068"/>
            <a:ext cx="5166988" cy="610072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24" name="Рисунок 2"/>
          <p:cNvSpPr>
            <a:spLocks noGrp="1"/>
          </p:cNvSpPr>
          <p:nvPr>
            <p:ph type="pic" sz="quarter" idx="13"/>
          </p:nvPr>
        </p:nvSpPr>
        <p:spPr>
          <a:xfrm>
            <a:off x="6110514" y="0"/>
            <a:ext cx="6081486" cy="3473599"/>
          </a:xfrm>
        </p:spPr>
        <p:txBody>
          <a:bodyPr/>
          <a:lstStyle/>
          <a:p>
            <a:endParaRPr lang="ru-RU"/>
          </a:p>
        </p:txBody>
      </p:sp>
      <p:sp>
        <p:nvSpPr>
          <p:cNvPr id="25" name="Рисунок 2"/>
          <p:cNvSpPr>
            <a:spLocks noGrp="1"/>
          </p:cNvSpPr>
          <p:nvPr>
            <p:ph type="pic" sz="quarter" idx="14"/>
          </p:nvPr>
        </p:nvSpPr>
        <p:spPr>
          <a:xfrm>
            <a:off x="0" y="3473599"/>
            <a:ext cx="6110514" cy="3473599"/>
          </a:xfrm>
        </p:spPr>
        <p:txBody>
          <a:bodyPr/>
          <a:lstStyle/>
          <a:p>
            <a:endParaRPr lang="ru-RU"/>
          </a:p>
        </p:txBody>
      </p:sp>
      <p:sp>
        <p:nvSpPr>
          <p:cNvPr id="28" name="Прямоугольник 27"/>
          <p:cNvSpPr/>
          <p:nvPr userDrawn="1"/>
        </p:nvSpPr>
        <p:spPr>
          <a:xfrm>
            <a:off x="6110514" y="3473599"/>
            <a:ext cx="6110514" cy="34735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0" name="Текст 2"/>
          <p:cNvSpPr>
            <a:spLocks noGrp="1"/>
          </p:cNvSpPr>
          <p:nvPr>
            <p:ph type="body" idx="15" hasCustomPrompt="1"/>
          </p:nvPr>
        </p:nvSpPr>
        <p:spPr>
          <a:xfrm>
            <a:off x="471763" y="998612"/>
            <a:ext cx="5166988" cy="738187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660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число</a:t>
            </a:r>
          </a:p>
        </p:txBody>
      </p:sp>
      <p:sp>
        <p:nvSpPr>
          <p:cNvPr id="31" name="Текст 2"/>
          <p:cNvSpPr>
            <a:spLocks noGrp="1"/>
          </p:cNvSpPr>
          <p:nvPr>
            <p:ph type="body" idx="16"/>
          </p:nvPr>
        </p:nvSpPr>
        <p:spPr>
          <a:xfrm>
            <a:off x="6582277" y="5371590"/>
            <a:ext cx="5166988" cy="610072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32" name="Текст 2"/>
          <p:cNvSpPr>
            <a:spLocks noGrp="1"/>
          </p:cNvSpPr>
          <p:nvPr>
            <p:ph type="body" idx="17" hasCustomPrompt="1"/>
          </p:nvPr>
        </p:nvSpPr>
        <p:spPr>
          <a:xfrm>
            <a:off x="6582277" y="4439134"/>
            <a:ext cx="5166988" cy="738187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660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число</a:t>
            </a:r>
          </a:p>
        </p:txBody>
      </p:sp>
    </p:spTree>
    <p:extLst>
      <p:ext uri="{BB962C8B-B14F-4D97-AF65-F5344CB8AC3E}">
        <p14:creationId xmlns:p14="http://schemas.microsoft.com/office/powerpoint/2010/main" val="3407471350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989155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3936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8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1190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600">
                <a:solidFill>
                  <a:schemeClr val="accent1"/>
                </a:solidFill>
              </a:defRPr>
            </a:lvl1pPr>
          </a:lstStyle>
          <a:p>
            <a:fld id="{F5179A5D-2E1E-4122-8255-844A0375AB5C}" type="datetimeFigureOut">
              <a:rPr lang="ru-RU" smtClean="0"/>
              <a:pPr/>
              <a:t>14.01.2026</a:t>
            </a:fld>
            <a:endParaRPr lang="ru-RU" dirty="0"/>
          </a:p>
        </p:txBody>
      </p:sp>
      <p:sp>
        <p:nvSpPr>
          <p:cNvPr id="9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904049" y="631190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 sz="1600">
                <a:solidFill>
                  <a:schemeClr val="accent1"/>
                </a:solidFill>
              </a:defRPr>
            </a:lvl1pPr>
          </a:lstStyle>
          <a:p>
            <a:endParaRPr lang="ru-RU"/>
          </a:p>
        </p:txBody>
      </p:sp>
      <p:sp>
        <p:nvSpPr>
          <p:cNvPr id="10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476049" y="631190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600">
                <a:solidFill>
                  <a:schemeClr val="accent1"/>
                </a:solidFill>
              </a:defRPr>
            </a:lvl1pPr>
          </a:lstStyle>
          <a:p>
            <a:fld id="{D939E064-4929-463C-BE93-599F78C1F975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829523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81" r:id="rId2"/>
    <p:sldLayoutId id="2147483660" r:id="rId3"/>
    <p:sldLayoutId id="2147483655" r:id="rId4"/>
    <p:sldLayoutId id="2147483651" r:id="rId5"/>
    <p:sldLayoutId id="2147483661" r:id="rId6"/>
    <p:sldLayoutId id="2147483654" r:id="rId7"/>
    <p:sldLayoutId id="2147483650" r:id="rId8"/>
    <p:sldLayoutId id="2147483679" r:id="rId9"/>
    <p:sldLayoutId id="2147483663" r:id="rId10"/>
    <p:sldLayoutId id="2147483652" r:id="rId11"/>
    <p:sldLayoutId id="2147483662" r:id="rId12"/>
    <p:sldLayoutId id="2147483664" r:id="rId13"/>
    <p:sldLayoutId id="2147483665" r:id="rId14"/>
    <p:sldLayoutId id="2147483666" r:id="rId15"/>
    <p:sldLayoutId id="2147483667" r:id="rId16"/>
    <p:sldLayoutId id="2147483653" r:id="rId17"/>
    <p:sldLayoutId id="2147483668" r:id="rId18"/>
    <p:sldLayoutId id="2147483656" r:id="rId19"/>
    <p:sldLayoutId id="2147483669" r:id="rId20"/>
    <p:sldLayoutId id="2147483674" r:id="rId21"/>
    <p:sldLayoutId id="2147483670" r:id="rId22"/>
    <p:sldLayoutId id="2147483671" r:id="rId23"/>
    <p:sldLayoutId id="2147483672" r:id="rId24"/>
    <p:sldLayoutId id="2147483673" r:id="rId25"/>
    <p:sldLayoutId id="2147483675" r:id="rId26"/>
    <p:sldLayoutId id="2147483676" r:id="rId27"/>
    <p:sldLayoutId id="2147483677" r:id="rId28"/>
    <p:sldLayoutId id="2147483678" r:id="rId29"/>
    <p:sldLayoutId id="2147483680" r:id="rId30"/>
    <p:sldLayoutId id="2147483657" r:id="rId3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gi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243207" y="2858518"/>
            <a:ext cx="10562511" cy="1668284"/>
          </a:xfrm>
        </p:spPr>
        <p:txBody>
          <a:bodyPr>
            <a:noAutofit/>
          </a:bodyPr>
          <a:lstStyle/>
          <a:p>
            <a:r>
              <a:rPr lang="ru-RU" sz="4000" dirty="0"/>
              <a:t>Индивидуальная работа №1 по дисциплине “Языки программирования”: Программа “Кадровое агентство”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>
                <a:solidFill>
                  <a:schemeClr val="bg1"/>
                </a:solidFill>
              </a:rPr>
              <a:t>Гороховская Анна Алексеевна Ит-7-2025</a:t>
            </a:r>
          </a:p>
        </p:txBody>
      </p:sp>
    </p:spTree>
    <p:extLst>
      <p:ext uri="{BB962C8B-B14F-4D97-AF65-F5344CB8AC3E}">
        <p14:creationId xmlns:p14="http://schemas.microsoft.com/office/powerpoint/2010/main" val="22401608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Цели и задачи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sz="quarter" idx="13"/>
          </p:nvPr>
        </p:nvSpPr>
        <p:spPr>
          <a:xfrm>
            <a:off x="344033" y="1892174"/>
            <a:ext cx="11398312" cy="4600701"/>
          </a:xfrm>
        </p:spPr>
        <p:txBody>
          <a:bodyPr>
            <a:normAutofit fontScale="85000" lnSpcReduction="10000"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ru-RU" dirty="0"/>
              <a:t>Цель работы: Создать программу для управления базой данных соискателей в кадровом агентстве.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ru-RU" dirty="0"/>
              <a:t>Задачи:</a:t>
            </a:r>
          </a:p>
          <a:p>
            <a:pPr>
              <a:lnSpc>
                <a:spcPct val="120000"/>
              </a:lnSpc>
            </a:pPr>
            <a:r>
              <a:rPr lang="ru-RU" dirty="0"/>
              <a:t>Разработать структуру данных для хранения информации о соискателях (ФИО, пол, дата рождения, специальность, стаж, языки, оклад).</a:t>
            </a:r>
          </a:p>
          <a:p>
            <a:pPr>
              <a:lnSpc>
                <a:spcPct val="120000"/>
              </a:lnSpc>
            </a:pPr>
            <a:r>
              <a:rPr lang="ru-RU" dirty="0"/>
              <a:t>Реализовать функционал для загрузки, просмотра, добавления, удаления и редактирования записей.</a:t>
            </a:r>
          </a:p>
          <a:p>
            <a:pPr>
              <a:lnSpc>
                <a:spcPct val="120000"/>
              </a:lnSpc>
            </a:pPr>
            <a:r>
              <a:rPr lang="ru-RU" dirty="0"/>
              <a:t>Сформировать три отчёта на основе заданных критериев сортировки.</a:t>
            </a:r>
          </a:p>
          <a:p>
            <a:pPr>
              <a:lnSpc>
                <a:spcPct val="120000"/>
              </a:lnSpc>
            </a:pPr>
            <a:r>
              <a:rPr lang="ru-RU" dirty="0"/>
              <a:t>Обязательно использовать </a:t>
            </a:r>
            <a:r>
              <a:rPr lang="ru-RU" dirty="0" err="1"/>
              <a:t>шейкерную</a:t>
            </a:r>
            <a:r>
              <a:rPr lang="ru-RU" dirty="0"/>
              <a:t> сортировку для всех отчётов.</a:t>
            </a:r>
          </a:p>
        </p:txBody>
      </p:sp>
    </p:spTree>
    <p:extLst>
      <p:ext uri="{BB962C8B-B14F-4D97-AF65-F5344CB8AC3E}">
        <p14:creationId xmlns:p14="http://schemas.microsoft.com/office/powerpoint/2010/main" val="42217138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7E69B44-A7C9-B290-7141-F41463FA70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Структура данных и основные функции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FB7313D0-AAFC-F22C-537A-44A2BB4A4DF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ru-RU" b="1" dirty="0"/>
              <a:t>Структура данных:</a:t>
            </a:r>
            <a:br>
              <a:rPr lang="ru-RU" dirty="0"/>
            </a:br>
            <a:r>
              <a:rPr lang="ru-RU" dirty="0"/>
              <a:t>Каждый соискатель — словарь с ключами: </a:t>
            </a:r>
            <a:r>
              <a:rPr lang="ru-RU" dirty="0" err="1"/>
              <a:t>fam</a:t>
            </a:r>
            <a:r>
              <a:rPr lang="ru-RU" dirty="0"/>
              <a:t>, </a:t>
            </a:r>
            <a:r>
              <a:rPr lang="ru-RU" dirty="0" err="1"/>
              <a:t>im</a:t>
            </a:r>
            <a:r>
              <a:rPr lang="ru-RU" dirty="0"/>
              <a:t>, </a:t>
            </a:r>
            <a:r>
              <a:rPr lang="ru-RU" dirty="0" err="1"/>
              <a:t>otch</a:t>
            </a:r>
            <a:r>
              <a:rPr lang="ru-RU" dirty="0"/>
              <a:t>, </a:t>
            </a:r>
            <a:r>
              <a:rPr lang="ru-RU" dirty="0" err="1"/>
              <a:t>pol</a:t>
            </a:r>
            <a:r>
              <a:rPr lang="ru-RU" dirty="0"/>
              <a:t>, </a:t>
            </a:r>
            <a:r>
              <a:rPr lang="ru-RU" dirty="0" err="1"/>
              <a:t>year</a:t>
            </a:r>
            <a:r>
              <a:rPr lang="ru-RU" dirty="0"/>
              <a:t>/</a:t>
            </a:r>
            <a:r>
              <a:rPr lang="ru-RU" dirty="0" err="1"/>
              <a:t>month</a:t>
            </a:r>
            <a:r>
              <a:rPr lang="ru-RU" dirty="0"/>
              <a:t>/</a:t>
            </a:r>
            <a:r>
              <a:rPr lang="ru-RU" dirty="0" err="1"/>
              <a:t>day</a:t>
            </a:r>
            <a:r>
              <a:rPr lang="ru-RU" dirty="0"/>
              <a:t>, </a:t>
            </a:r>
            <a:r>
              <a:rPr lang="ru-RU" dirty="0" err="1"/>
              <a:t>spec</a:t>
            </a:r>
            <a:r>
              <a:rPr lang="ru-RU" dirty="0"/>
              <a:t>, </a:t>
            </a:r>
            <a:r>
              <a:rPr lang="ru-RU" dirty="0" err="1"/>
              <a:t>staj</a:t>
            </a:r>
            <a:r>
              <a:rPr lang="ru-RU" dirty="0"/>
              <a:t>, </a:t>
            </a:r>
            <a:r>
              <a:rPr lang="ru-RU" dirty="0" err="1"/>
              <a:t>lang</a:t>
            </a:r>
            <a:r>
              <a:rPr lang="ru-RU" dirty="0"/>
              <a:t>, </a:t>
            </a:r>
            <a:r>
              <a:rPr lang="ru-RU" dirty="0" err="1"/>
              <a:t>oklad</a:t>
            </a:r>
            <a:r>
              <a:rPr lang="ru-RU" dirty="0"/>
              <a:t>.</a:t>
            </a:r>
            <a:br>
              <a:rPr lang="ru-RU" dirty="0"/>
            </a:br>
            <a:r>
              <a:rPr lang="ru-RU" dirty="0"/>
              <a:t>Вся база — список таких словарей.</a:t>
            </a:r>
          </a:p>
          <a:p>
            <a:pPr marL="0" indent="0">
              <a:buNone/>
            </a:pPr>
            <a:r>
              <a:rPr lang="ru-RU" b="1" dirty="0"/>
              <a:t>Основные функции:</a:t>
            </a:r>
            <a:endParaRPr lang="ru-RU" dirty="0"/>
          </a:p>
          <a:p>
            <a:r>
              <a:rPr lang="ru-RU" b="1" dirty="0"/>
              <a:t>Загрузка/сохранение</a:t>
            </a:r>
            <a:r>
              <a:rPr lang="ru-RU" dirty="0"/>
              <a:t> — чтение из файла soiskateli.txt и запись в него. </a:t>
            </a:r>
          </a:p>
          <a:p>
            <a:r>
              <a:rPr lang="ru-RU" b="1" dirty="0"/>
              <a:t>Просмотр</a:t>
            </a:r>
            <a:r>
              <a:rPr lang="ru-RU" dirty="0"/>
              <a:t> — вывод всей базы в виде таблицы. </a:t>
            </a:r>
          </a:p>
          <a:p>
            <a:r>
              <a:rPr lang="ru-RU" b="1" dirty="0"/>
              <a:t>Добавление</a:t>
            </a:r>
            <a:r>
              <a:rPr lang="ru-RU" dirty="0"/>
              <a:t> — ввод новой записи с валидацией (ФИО, дата, пол, стаж, оклад). </a:t>
            </a:r>
          </a:p>
          <a:p>
            <a:r>
              <a:rPr lang="ru-RU" b="1" dirty="0"/>
              <a:t>Удаление</a:t>
            </a:r>
            <a:r>
              <a:rPr lang="ru-RU" dirty="0"/>
              <a:t> — по фамилии или номеру. </a:t>
            </a:r>
          </a:p>
          <a:p>
            <a:r>
              <a:rPr lang="ru-RU" b="1" dirty="0"/>
              <a:t>Редактирование</a:t>
            </a:r>
            <a:r>
              <a:rPr lang="ru-RU" dirty="0"/>
              <a:t> — поиск по фамилии и изменение полей. </a:t>
            </a:r>
          </a:p>
          <a:p>
            <a:r>
              <a:rPr lang="ru-RU" b="1" dirty="0"/>
              <a:t>Формирование отчётов</a:t>
            </a:r>
            <a:r>
              <a:rPr lang="ru-RU" dirty="0"/>
              <a:t> — три вида, все с </a:t>
            </a:r>
            <a:r>
              <a:rPr lang="ru-RU" b="1" dirty="0" err="1"/>
              <a:t>шейкерной</a:t>
            </a:r>
            <a:r>
              <a:rPr lang="ru-RU" b="1" dirty="0"/>
              <a:t> сортировкой</a:t>
            </a:r>
            <a:r>
              <a:rPr lang="ru-RU" dirty="0"/>
              <a:t>: </a:t>
            </a:r>
          </a:p>
          <a:p>
            <a:pPr lvl="1"/>
            <a:r>
              <a:rPr lang="ru-RU" dirty="0"/>
              <a:t>По специальности ↑ + фамилия ↑ </a:t>
            </a:r>
          </a:p>
          <a:p>
            <a:pPr lvl="1"/>
            <a:r>
              <a:rPr lang="ru-RU" dirty="0"/>
              <a:t>По стажу ↓ + полу ↓ + фамилии ↑ (по выбранной специальности) </a:t>
            </a:r>
          </a:p>
          <a:p>
            <a:pPr lvl="1"/>
            <a:r>
              <a:rPr lang="ru-RU" dirty="0"/>
              <a:t>По окладу ↓ + фамилии ↑ (в заданном диапазоне)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6332911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9747E97-2BA7-13ED-3574-723A770A3A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45209"/>
            <a:ext cx="10515600" cy="1325563"/>
          </a:xfrm>
        </p:spPr>
        <p:txBody>
          <a:bodyPr>
            <a:normAutofit/>
          </a:bodyPr>
          <a:lstStyle/>
          <a:p>
            <a:r>
              <a:rPr lang="ru-RU" dirty="0"/>
              <a:t>Схема работы программы</a:t>
            </a:r>
          </a:p>
        </p:txBody>
      </p:sp>
      <p:sp>
        <p:nvSpPr>
          <p:cNvPr id="9" name="Блок-схема: альтернативный процесс 8">
            <a:extLst>
              <a:ext uri="{FF2B5EF4-FFF2-40B4-BE49-F238E27FC236}">
                <a16:creationId xmlns:a16="http://schemas.microsoft.com/office/drawing/2014/main" id="{04EBFE95-3E33-3A48-72D2-2DEAC41EC9D1}"/>
              </a:ext>
            </a:extLst>
          </p:cNvPr>
          <p:cNvSpPr/>
          <p:nvPr/>
        </p:nvSpPr>
        <p:spPr>
          <a:xfrm>
            <a:off x="333469" y="1991762"/>
            <a:ext cx="11525062" cy="452673"/>
          </a:xfrm>
          <a:prstGeom prst="flowChartAlternate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Загрузка данных из файла 'soiskateli.txt'</a:t>
            </a:r>
          </a:p>
        </p:txBody>
      </p:sp>
      <p:sp>
        <p:nvSpPr>
          <p:cNvPr id="10" name="Блок-схема: альтернативный процесс 9">
            <a:extLst>
              <a:ext uri="{FF2B5EF4-FFF2-40B4-BE49-F238E27FC236}">
                <a16:creationId xmlns:a16="http://schemas.microsoft.com/office/drawing/2014/main" id="{FEA7267D-7879-5248-03C4-A2A8BCAADCE0}"/>
              </a:ext>
            </a:extLst>
          </p:cNvPr>
          <p:cNvSpPr/>
          <p:nvPr/>
        </p:nvSpPr>
        <p:spPr>
          <a:xfrm>
            <a:off x="333469" y="2745509"/>
            <a:ext cx="2152556" cy="307817"/>
          </a:xfrm>
          <a:prstGeom prst="flowChartAlternate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600" dirty="0"/>
              <a:t>Показать всю базу</a:t>
            </a:r>
          </a:p>
        </p:txBody>
      </p:sp>
      <p:sp>
        <p:nvSpPr>
          <p:cNvPr id="11" name="Блок-схема: альтернативный процесс 10">
            <a:extLst>
              <a:ext uri="{FF2B5EF4-FFF2-40B4-BE49-F238E27FC236}">
                <a16:creationId xmlns:a16="http://schemas.microsoft.com/office/drawing/2014/main" id="{6D3F5201-E94B-7FCB-F837-B28F6CDB0CC9}"/>
              </a:ext>
            </a:extLst>
          </p:cNvPr>
          <p:cNvSpPr/>
          <p:nvPr/>
        </p:nvSpPr>
        <p:spPr>
          <a:xfrm>
            <a:off x="333469" y="3275091"/>
            <a:ext cx="2152556" cy="307817"/>
          </a:xfrm>
          <a:prstGeom prst="flowChartAlternate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Добавить запись</a:t>
            </a:r>
          </a:p>
        </p:txBody>
      </p:sp>
      <p:sp>
        <p:nvSpPr>
          <p:cNvPr id="12" name="Блок-схема: альтернативный процесс 11">
            <a:extLst>
              <a:ext uri="{FF2B5EF4-FFF2-40B4-BE49-F238E27FC236}">
                <a16:creationId xmlns:a16="http://schemas.microsoft.com/office/drawing/2014/main" id="{B12B2EC2-42A9-0A35-6DD8-DD6244FD52AF}"/>
              </a:ext>
            </a:extLst>
          </p:cNvPr>
          <p:cNvSpPr/>
          <p:nvPr/>
        </p:nvSpPr>
        <p:spPr>
          <a:xfrm>
            <a:off x="333468" y="3797928"/>
            <a:ext cx="2152556" cy="307817"/>
          </a:xfrm>
          <a:prstGeom prst="flowChartAlternate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Удалить запись</a:t>
            </a:r>
          </a:p>
        </p:txBody>
      </p:sp>
      <p:sp>
        <p:nvSpPr>
          <p:cNvPr id="13" name="Блок-схема: альтернативный процесс 12">
            <a:extLst>
              <a:ext uri="{FF2B5EF4-FFF2-40B4-BE49-F238E27FC236}">
                <a16:creationId xmlns:a16="http://schemas.microsoft.com/office/drawing/2014/main" id="{DE81D3D7-EB18-9D45-4EE1-DEA4EF34704A}"/>
              </a:ext>
            </a:extLst>
          </p:cNvPr>
          <p:cNvSpPr/>
          <p:nvPr/>
        </p:nvSpPr>
        <p:spPr>
          <a:xfrm>
            <a:off x="333467" y="4327510"/>
            <a:ext cx="2143503" cy="307817"/>
          </a:xfrm>
          <a:prstGeom prst="flowChartAlternate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Изменить запись</a:t>
            </a:r>
          </a:p>
        </p:txBody>
      </p:sp>
      <p:sp>
        <p:nvSpPr>
          <p:cNvPr id="14" name="Блок-схема: альтернативный процесс 13">
            <a:extLst>
              <a:ext uri="{FF2B5EF4-FFF2-40B4-BE49-F238E27FC236}">
                <a16:creationId xmlns:a16="http://schemas.microsoft.com/office/drawing/2014/main" id="{9B335C2A-71EB-50B1-18AC-DAE4186D87F4}"/>
              </a:ext>
            </a:extLst>
          </p:cNvPr>
          <p:cNvSpPr/>
          <p:nvPr/>
        </p:nvSpPr>
        <p:spPr>
          <a:xfrm>
            <a:off x="333466" y="4857092"/>
            <a:ext cx="2152558" cy="307817"/>
          </a:xfrm>
          <a:prstGeom prst="flowChartAlternate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/>
              <a:t>Сформировать отчёты</a:t>
            </a:r>
          </a:p>
        </p:txBody>
      </p:sp>
      <p:sp>
        <p:nvSpPr>
          <p:cNvPr id="15" name="Блок-схема: альтернативный процесс 14">
            <a:extLst>
              <a:ext uri="{FF2B5EF4-FFF2-40B4-BE49-F238E27FC236}">
                <a16:creationId xmlns:a16="http://schemas.microsoft.com/office/drawing/2014/main" id="{24A05C76-4E38-ECD6-DE7A-61748E349BB2}"/>
              </a:ext>
            </a:extLst>
          </p:cNvPr>
          <p:cNvSpPr/>
          <p:nvPr/>
        </p:nvSpPr>
        <p:spPr>
          <a:xfrm>
            <a:off x="333466" y="5368565"/>
            <a:ext cx="2143504" cy="307817"/>
          </a:xfrm>
          <a:prstGeom prst="flowChartAlternate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/>
              <a:t>Сохранить изменения</a:t>
            </a:r>
          </a:p>
        </p:txBody>
      </p:sp>
      <p:sp>
        <p:nvSpPr>
          <p:cNvPr id="16" name="Блок-схема: альтернативный процесс 15">
            <a:extLst>
              <a:ext uri="{FF2B5EF4-FFF2-40B4-BE49-F238E27FC236}">
                <a16:creationId xmlns:a16="http://schemas.microsoft.com/office/drawing/2014/main" id="{EE473803-3C40-6E9B-51FA-C018E0221827}"/>
              </a:ext>
            </a:extLst>
          </p:cNvPr>
          <p:cNvSpPr/>
          <p:nvPr/>
        </p:nvSpPr>
        <p:spPr>
          <a:xfrm>
            <a:off x="333465" y="5909511"/>
            <a:ext cx="2152558" cy="307817"/>
          </a:xfrm>
          <a:prstGeom prst="flowChartAlternate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Выход</a:t>
            </a:r>
          </a:p>
        </p:txBody>
      </p:sp>
      <p:cxnSp>
        <p:nvCxnSpPr>
          <p:cNvPr id="18" name="Прямая соединительная линия 17">
            <a:extLst>
              <a:ext uri="{FF2B5EF4-FFF2-40B4-BE49-F238E27FC236}">
                <a16:creationId xmlns:a16="http://schemas.microsoft.com/office/drawing/2014/main" id="{355B1F6E-B479-4CAD-5B07-F52919CBBEFB}"/>
              </a:ext>
            </a:extLst>
          </p:cNvPr>
          <p:cNvCxnSpPr>
            <a:cxnSpLocks/>
          </p:cNvCxnSpPr>
          <p:nvPr/>
        </p:nvCxnSpPr>
        <p:spPr>
          <a:xfrm flipH="1" flipV="1">
            <a:off x="144855" y="2218098"/>
            <a:ext cx="188614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Прямая соединительная линия 20">
            <a:extLst>
              <a:ext uri="{FF2B5EF4-FFF2-40B4-BE49-F238E27FC236}">
                <a16:creationId xmlns:a16="http://schemas.microsoft.com/office/drawing/2014/main" id="{3D75D1B1-A6BE-CDE8-FDEF-E972C8F3E460}"/>
              </a:ext>
            </a:extLst>
          </p:cNvPr>
          <p:cNvCxnSpPr>
            <a:cxnSpLocks/>
          </p:cNvCxnSpPr>
          <p:nvPr/>
        </p:nvCxnSpPr>
        <p:spPr>
          <a:xfrm>
            <a:off x="135802" y="2218098"/>
            <a:ext cx="9053" cy="384532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Прямая со стрелкой 24">
            <a:extLst>
              <a:ext uri="{FF2B5EF4-FFF2-40B4-BE49-F238E27FC236}">
                <a16:creationId xmlns:a16="http://schemas.microsoft.com/office/drawing/2014/main" id="{2C2E3E8C-14EE-D1C5-204B-870E502C8F68}"/>
              </a:ext>
            </a:extLst>
          </p:cNvPr>
          <p:cNvCxnSpPr>
            <a:cxnSpLocks/>
          </p:cNvCxnSpPr>
          <p:nvPr/>
        </p:nvCxnSpPr>
        <p:spPr>
          <a:xfrm>
            <a:off x="144855" y="6063419"/>
            <a:ext cx="188610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Прямая со стрелкой 27">
            <a:extLst>
              <a:ext uri="{FF2B5EF4-FFF2-40B4-BE49-F238E27FC236}">
                <a16:creationId xmlns:a16="http://schemas.microsoft.com/office/drawing/2014/main" id="{9A96DAD7-56E2-3A3E-ED80-102391D38D4B}"/>
              </a:ext>
            </a:extLst>
          </p:cNvPr>
          <p:cNvCxnSpPr>
            <a:cxnSpLocks/>
          </p:cNvCxnSpPr>
          <p:nvPr/>
        </p:nvCxnSpPr>
        <p:spPr>
          <a:xfrm>
            <a:off x="144855" y="5522473"/>
            <a:ext cx="188611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Прямая со стрелкой 30">
            <a:extLst>
              <a:ext uri="{FF2B5EF4-FFF2-40B4-BE49-F238E27FC236}">
                <a16:creationId xmlns:a16="http://schemas.microsoft.com/office/drawing/2014/main" id="{84B2EE67-D5F7-B9F8-633A-5AF2E853B251}"/>
              </a:ext>
            </a:extLst>
          </p:cNvPr>
          <p:cNvCxnSpPr>
            <a:cxnSpLocks/>
          </p:cNvCxnSpPr>
          <p:nvPr/>
        </p:nvCxnSpPr>
        <p:spPr>
          <a:xfrm>
            <a:off x="144855" y="5011000"/>
            <a:ext cx="188611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Прямая со стрелкой 33">
            <a:extLst>
              <a:ext uri="{FF2B5EF4-FFF2-40B4-BE49-F238E27FC236}">
                <a16:creationId xmlns:a16="http://schemas.microsoft.com/office/drawing/2014/main" id="{2AD4F9DC-60FC-DDCF-AFA8-E01CC6BE2F8B}"/>
              </a:ext>
            </a:extLst>
          </p:cNvPr>
          <p:cNvCxnSpPr>
            <a:cxnSpLocks/>
          </p:cNvCxnSpPr>
          <p:nvPr/>
        </p:nvCxnSpPr>
        <p:spPr>
          <a:xfrm>
            <a:off x="144855" y="4481418"/>
            <a:ext cx="188612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Прямая со стрелкой 36">
            <a:extLst>
              <a:ext uri="{FF2B5EF4-FFF2-40B4-BE49-F238E27FC236}">
                <a16:creationId xmlns:a16="http://schemas.microsoft.com/office/drawing/2014/main" id="{4CE5BD56-3C24-F118-1EB9-CC088CEEC19A}"/>
              </a:ext>
            </a:extLst>
          </p:cNvPr>
          <p:cNvCxnSpPr>
            <a:cxnSpLocks/>
          </p:cNvCxnSpPr>
          <p:nvPr/>
        </p:nvCxnSpPr>
        <p:spPr>
          <a:xfrm>
            <a:off x="144855" y="3951836"/>
            <a:ext cx="188613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Прямая со стрелкой 39">
            <a:extLst>
              <a:ext uri="{FF2B5EF4-FFF2-40B4-BE49-F238E27FC236}">
                <a16:creationId xmlns:a16="http://schemas.microsoft.com/office/drawing/2014/main" id="{14FCE39F-FC1F-1471-FBBD-03240E70FB1A}"/>
              </a:ext>
            </a:extLst>
          </p:cNvPr>
          <p:cNvCxnSpPr>
            <a:cxnSpLocks/>
          </p:cNvCxnSpPr>
          <p:nvPr/>
        </p:nvCxnSpPr>
        <p:spPr>
          <a:xfrm>
            <a:off x="144855" y="3428999"/>
            <a:ext cx="188614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Прямая со стрелкой 42">
            <a:extLst>
              <a:ext uri="{FF2B5EF4-FFF2-40B4-BE49-F238E27FC236}">
                <a16:creationId xmlns:a16="http://schemas.microsoft.com/office/drawing/2014/main" id="{A6315B44-3F8E-88A4-DEE4-A0F59926E0EC}"/>
              </a:ext>
            </a:extLst>
          </p:cNvPr>
          <p:cNvCxnSpPr>
            <a:cxnSpLocks/>
          </p:cNvCxnSpPr>
          <p:nvPr/>
        </p:nvCxnSpPr>
        <p:spPr>
          <a:xfrm>
            <a:off x="144855" y="2899417"/>
            <a:ext cx="188614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Блок-схема: альтернативный процесс 52">
            <a:extLst>
              <a:ext uri="{FF2B5EF4-FFF2-40B4-BE49-F238E27FC236}">
                <a16:creationId xmlns:a16="http://schemas.microsoft.com/office/drawing/2014/main" id="{3F5AB376-059D-EE7F-E2A3-2C5E887281B3}"/>
              </a:ext>
            </a:extLst>
          </p:cNvPr>
          <p:cNvSpPr/>
          <p:nvPr/>
        </p:nvSpPr>
        <p:spPr>
          <a:xfrm>
            <a:off x="2806699" y="2745509"/>
            <a:ext cx="2542309" cy="337612"/>
          </a:xfrm>
          <a:prstGeom prst="flowChartAlternate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600" dirty="0"/>
              <a:t>Вывод таблицы</a:t>
            </a:r>
          </a:p>
        </p:txBody>
      </p:sp>
      <p:sp>
        <p:nvSpPr>
          <p:cNvPr id="54" name="Блок-схема: альтернативный процесс 53">
            <a:extLst>
              <a:ext uri="{FF2B5EF4-FFF2-40B4-BE49-F238E27FC236}">
                <a16:creationId xmlns:a16="http://schemas.microsoft.com/office/drawing/2014/main" id="{56D03758-E58F-A9BF-7870-F43E6D209183}"/>
              </a:ext>
            </a:extLst>
          </p:cNvPr>
          <p:cNvSpPr/>
          <p:nvPr/>
        </p:nvSpPr>
        <p:spPr>
          <a:xfrm>
            <a:off x="2806699" y="3259291"/>
            <a:ext cx="2542308" cy="323617"/>
          </a:xfrm>
          <a:prstGeom prst="flowChartAlternate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/>
              <a:t>Ввод и валидация данных</a:t>
            </a:r>
          </a:p>
        </p:txBody>
      </p:sp>
      <p:sp>
        <p:nvSpPr>
          <p:cNvPr id="55" name="Блок-схема: альтернативный процесс 54">
            <a:extLst>
              <a:ext uri="{FF2B5EF4-FFF2-40B4-BE49-F238E27FC236}">
                <a16:creationId xmlns:a16="http://schemas.microsoft.com/office/drawing/2014/main" id="{4F4841B2-756B-C866-203E-6C7FE1865527}"/>
              </a:ext>
            </a:extLst>
          </p:cNvPr>
          <p:cNvSpPr/>
          <p:nvPr/>
        </p:nvSpPr>
        <p:spPr>
          <a:xfrm>
            <a:off x="2806699" y="3792775"/>
            <a:ext cx="2542308" cy="335384"/>
          </a:xfrm>
          <a:prstGeom prst="flowChartAlternate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/>
              <a:t>Выбор по фамилии</a:t>
            </a:r>
          </a:p>
        </p:txBody>
      </p:sp>
      <p:sp>
        <p:nvSpPr>
          <p:cNvPr id="56" name="Блок-схема: альтернативный процесс 55">
            <a:extLst>
              <a:ext uri="{FF2B5EF4-FFF2-40B4-BE49-F238E27FC236}">
                <a16:creationId xmlns:a16="http://schemas.microsoft.com/office/drawing/2014/main" id="{E265DE10-92E1-0980-2985-98435F3A3A01}"/>
              </a:ext>
            </a:extLst>
          </p:cNvPr>
          <p:cNvSpPr/>
          <p:nvPr/>
        </p:nvSpPr>
        <p:spPr>
          <a:xfrm>
            <a:off x="2806699" y="4327510"/>
            <a:ext cx="2542308" cy="307817"/>
          </a:xfrm>
          <a:prstGeom prst="flowChartAlternate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/>
              <a:t>Поиск по фамилии</a:t>
            </a:r>
          </a:p>
        </p:txBody>
      </p:sp>
      <p:sp>
        <p:nvSpPr>
          <p:cNvPr id="57" name="Блок-схема: альтернативный процесс 56">
            <a:extLst>
              <a:ext uri="{FF2B5EF4-FFF2-40B4-BE49-F238E27FC236}">
                <a16:creationId xmlns:a16="http://schemas.microsoft.com/office/drawing/2014/main" id="{724DCF1C-61CF-101E-B94A-ACCB7277ED9D}"/>
              </a:ext>
            </a:extLst>
          </p:cNvPr>
          <p:cNvSpPr/>
          <p:nvPr/>
        </p:nvSpPr>
        <p:spPr>
          <a:xfrm>
            <a:off x="2806699" y="4857092"/>
            <a:ext cx="2542307" cy="353260"/>
          </a:xfrm>
          <a:prstGeom prst="flowChartAlternate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/>
              <a:t>Вызов </a:t>
            </a:r>
            <a:r>
              <a:rPr lang="en-US" sz="1400" dirty="0" err="1"/>
              <a:t>generate_reports</a:t>
            </a:r>
            <a:r>
              <a:rPr lang="en-US" sz="1400" dirty="0"/>
              <a:t>()</a:t>
            </a:r>
            <a:endParaRPr lang="ru-RU" sz="1400" dirty="0"/>
          </a:p>
        </p:txBody>
      </p:sp>
      <p:sp>
        <p:nvSpPr>
          <p:cNvPr id="58" name="Блок-схема: альтернативный процесс 57">
            <a:extLst>
              <a:ext uri="{FF2B5EF4-FFF2-40B4-BE49-F238E27FC236}">
                <a16:creationId xmlns:a16="http://schemas.microsoft.com/office/drawing/2014/main" id="{D8EAF4ED-EBC1-66B6-98A6-5791E71D4B66}"/>
              </a:ext>
            </a:extLst>
          </p:cNvPr>
          <p:cNvSpPr/>
          <p:nvPr/>
        </p:nvSpPr>
        <p:spPr>
          <a:xfrm>
            <a:off x="2806700" y="5364261"/>
            <a:ext cx="2542306" cy="307817"/>
          </a:xfrm>
          <a:prstGeom prst="flowChartAlternate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/>
              <a:t>Запись списка в файл</a:t>
            </a:r>
          </a:p>
        </p:txBody>
      </p:sp>
      <p:sp>
        <p:nvSpPr>
          <p:cNvPr id="59" name="Блок-схема: альтернативный процесс 58">
            <a:extLst>
              <a:ext uri="{FF2B5EF4-FFF2-40B4-BE49-F238E27FC236}">
                <a16:creationId xmlns:a16="http://schemas.microsoft.com/office/drawing/2014/main" id="{4224DCD9-B4AB-E60D-FEC7-DF0611EB8B89}"/>
              </a:ext>
            </a:extLst>
          </p:cNvPr>
          <p:cNvSpPr/>
          <p:nvPr/>
        </p:nvSpPr>
        <p:spPr>
          <a:xfrm>
            <a:off x="2806701" y="5909511"/>
            <a:ext cx="2542305" cy="387036"/>
          </a:xfrm>
          <a:prstGeom prst="flowChartAlternate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/>
              <a:t>Подтверждение сохранения</a:t>
            </a:r>
          </a:p>
        </p:txBody>
      </p:sp>
      <p:cxnSp>
        <p:nvCxnSpPr>
          <p:cNvPr id="63" name="Прямая со стрелкой 62">
            <a:extLst>
              <a:ext uri="{FF2B5EF4-FFF2-40B4-BE49-F238E27FC236}">
                <a16:creationId xmlns:a16="http://schemas.microsoft.com/office/drawing/2014/main" id="{BAC36C3F-824B-BD3E-D18D-04B6B929022D}"/>
              </a:ext>
            </a:extLst>
          </p:cNvPr>
          <p:cNvCxnSpPr>
            <a:cxnSpLocks/>
          </p:cNvCxnSpPr>
          <p:nvPr/>
        </p:nvCxnSpPr>
        <p:spPr>
          <a:xfrm>
            <a:off x="2486025" y="2899418"/>
            <a:ext cx="320674" cy="1489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Прямая со стрелкой 65">
            <a:extLst>
              <a:ext uri="{FF2B5EF4-FFF2-40B4-BE49-F238E27FC236}">
                <a16:creationId xmlns:a16="http://schemas.microsoft.com/office/drawing/2014/main" id="{F53A2C0A-6271-8C05-CFCB-FDCE6390087F}"/>
              </a:ext>
            </a:extLst>
          </p:cNvPr>
          <p:cNvCxnSpPr>
            <a:cxnSpLocks/>
          </p:cNvCxnSpPr>
          <p:nvPr/>
        </p:nvCxnSpPr>
        <p:spPr>
          <a:xfrm flipV="1">
            <a:off x="2486025" y="3421100"/>
            <a:ext cx="320674" cy="79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Прямая со стрелкой 67">
            <a:extLst>
              <a:ext uri="{FF2B5EF4-FFF2-40B4-BE49-F238E27FC236}">
                <a16:creationId xmlns:a16="http://schemas.microsoft.com/office/drawing/2014/main" id="{6C2354A9-213C-131D-928C-89A0AAC8E101}"/>
              </a:ext>
            </a:extLst>
          </p:cNvPr>
          <p:cNvCxnSpPr>
            <a:cxnSpLocks/>
          </p:cNvCxnSpPr>
          <p:nvPr/>
        </p:nvCxnSpPr>
        <p:spPr>
          <a:xfrm>
            <a:off x="2486024" y="3951837"/>
            <a:ext cx="320675" cy="863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Прямая со стрелкой 69">
            <a:extLst>
              <a:ext uri="{FF2B5EF4-FFF2-40B4-BE49-F238E27FC236}">
                <a16:creationId xmlns:a16="http://schemas.microsoft.com/office/drawing/2014/main" id="{36082A9B-0F11-BD58-68DE-67959D6A7688}"/>
              </a:ext>
            </a:extLst>
          </p:cNvPr>
          <p:cNvCxnSpPr>
            <a:cxnSpLocks/>
          </p:cNvCxnSpPr>
          <p:nvPr/>
        </p:nvCxnSpPr>
        <p:spPr>
          <a:xfrm>
            <a:off x="2486024" y="5011001"/>
            <a:ext cx="320675" cy="227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Прямая со стрелкой 71">
            <a:extLst>
              <a:ext uri="{FF2B5EF4-FFF2-40B4-BE49-F238E27FC236}">
                <a16:creationId xmlns:a16="http://schemas.microsoft.com/office/drawing/2014/main" id="{59536E85-4163-3E9E-5097-0CFFE2F7876F}"/>
              </a:ext>
            </a:extLst>
          </p:cNvPr>
          <p:cNvCxnSpPr>
            <a:cxnSpLocks/>
          </p:cNvCxnSpPr>
          <p:nvPr/>
        </p:nvCxnSpPr>
        <p:spPr>
          <a:xfrm flipV="1">
            <a:off x="2476970" y="5518170"/>
            <a:ext cx="329730" cy="430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Прямая со стрелкой 73">
            <a:extLst>
              <a:ext uri="{FF2B5EF4-FFF2-40B4-BE49-F238E27FC236}">
                <a16:creationId xmlns:a16="http://schemas.microsoft.com/office/drawing/2014/main" id="{D179B04E-80BA-874B-0267-5DD4CF3A2E85}"/>
              </a:ext>
            </a:extLst>
          </p:cNvPr>
          <p:cNvCxnSpPr>
            <a:cxnSpLocks/>
          </p:cNvCxnSpPr>
          <p:nvPr/>
        </p:nvCxnSpPr>
        <p:spPr>
          <a:xfrm>
            <a:off x="2486023" y="6063420"/>
            <a:ext cx="320678" cy="3960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Прямая со стрелкой 93">
            <a:extLst>
              <a:ext uri="{FF2B5EF4-FFF2-40B4-BE49-F238E27FC236}">
                <a16:creationId xmlns:a16="http://schemas.microsoft.com/office/drawing/2014/main" id="{424B6BC0-A178-DBC7-D2BF-AE9473878C78}"/>
              </a:ext>
            </a:extLst>
          </p:cNvPr>
          <p:cNvCxnSpPr/>
          <p:nvPr/>
        </p:nvCxnSpPr>
        <p:spPr>
          <a:xfrm>
            <a:off x="2476970" y="4481419"/>
            <a:ext cx="32972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" name="Блок-схема: альтернативный процесс 95">
            <a:extLst>
              <a:ext uri="{FF2B5EF4-FFF2-40B4-BE49-F238E27FC236}">
                <a16:creationId xmlns:a16="http://schemas.microsoft.com/office/drawing/2014/main" id="{E87A318E-95B0-AA96-8DE4-EB74263DFB5E}"/>
              </a:ext>
            </a:extLst>
          </p:cNvPr>
          <p:cNvSpPr/>
          <p:nvPr/>
        </p:nvSpPr>
        <p:spPr>
          <a:xfrm>
            <a:off x="5524500" y="2745509"/>
            <a:ext cx="3448050" cy="307817"/>
          </a:xfrm>
          <a:prstGeom prst="flowChartAlternate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Возврат в меню</a:t>
            </a:r>
          </a:p>
        </p:txBody>
      </p:sp>
      <p:sp>
        <p:nvSpPr>
          <p:cNvPr id="97" name="Блок-схема: альтернативный процесс 96">
            <a:extLst>
              <a:ext uri="{FF2B5EF4-FFF2-40B4-BE49-F238E27FC236}">
                <a16:creationId xmlns:a16="http://schemas.microsoft.com/office/drawing/2014/main" id="{E75BF40E-1FED-5EE9-E62B-F2D0009BA948}"/>
              </a:ext>
            </a:extLst>
          </p:cNvPr>
          <p:cNvSpPr/>
          <p:nvPr/>
        </p:nvSpPr>
        <p:spPr>
          <a:xfrm>
            <a:off x="5524500" y="3259291"/>
            <a:ext cx="3448050" cy="307817"/>
          </a:xfrm>
          <a:prstGeom prst="flowChartAlternate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Добавление в список</a:t>
            </a:r>
          </a:p>
        </p:txBody>
      </p:sp>
      <p:sp>
        <p:nvSpPr>
          <p:cNvPr id="98" name="Блок-схема: альтернативный процесс 97">
            <a:extLst>
              <a:ext uri="{FF2B5EF4-FFF2-40B4-BE49-F238E27FC236}">
                <a16:creationId xmlns:a16="http://schemas.microsoft.com/office/drawing/2014/main" id="{4131E5C8-EE8D-4CA3-472F-DA416D76A786}"/>
              </a:ext>
            </a:extLst>
          </p:cNvPr>
          <p:cNvSpPr/>
          <p:nvPr/>
        </p:nvSpPr>
        <p:spPr>
          <a:xfrm>
            <a:off x="5524500" y="3789796"/>
            <a:ext cx="3448050" cy="307817"/>
          </a:xfrm>
          <a:prstGeom prst="flowChartAlternate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Удаление из списка</a:t>
            </a:r>
          </a:p>
        </p:txBody>
      </p:sp>
      <p:sp>
        <p:nvSpPr>
          <p:cNvPr id="99" name="Блок-схема: альтернативный процесс 98">
            <a:extLst>
              <a:ext uri="{FF2B5EF4-FFF2-40B4-BE49-F238E27FC236}">
                <a16:creationId xmlns:a16="http://schemas.microsoft.com/office/drawing/2014/main" id="{8924A72C-F376-7F62-EFF4-DAB864F0CB1B}"/>
              </a:ext>
            </a:extLst>
          </p:cNvPr>
          <p:cNvSpPr/>
          <p:nvPr/>
        </p:nvSpPr>
        <p:spPr>
          <a:xfrm>
            <a:off x="5524500" y="4320301"/>
            <a:ext cx="3448050" cy="307817"/>
          </a:xfrm>
          <a:prstGeom prst="flowChartAlternate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Редактирование полей</a:t>
            </a:r>
          </a:p>
        </p:txBody>
      </p:sp>
      <p:sp>
        <p:nvSpPr>
          <p:cNvPr id="100" name="Блок-схема: альтернативный процесс 99">
            <a:extLst>
              <a:ext uri="{FF2B5EF4-FFF2-40B4-BE49-F238E27FC236}">
                <a16:creationId xmlns:a16="http://schemas.microsoft.com/office/drawing/2014/main" id="{D0393201-71C4-9613-2525-E43D84A2E2C6}"/>
              </a:ext>
            </a:extLst>
          </p:cNvPr>
          <p:cNvSpPr/>
          <p:nvPr/>
        </p:nvSpPr>
        <p:spPr>
          <a:xfrm>
            <a:off x="5524500" y="4862418"/>
            <a:ext cx="3448050" cy="307817"/>
          </a:xfrm>
          <a:prstGeom prst="flowChartAlternate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Создание 3 отчётов</a:t>
            </a:r>
          </a:p>
        </p:txBody>
      </p:sp>
      <p:sp>
        <p:nvSpPr>
          <p:cNvPr id="101" name="Блок-схема: альтернативный процесс 100">
            <a:extLst>
              <a:ext uri="{FF2B5EF4-FFF2-40B4-BE49-F238E27FC236}">
                <a16:creationId xmlns:a16="http://schemas.microsoft.com/office/drawing/2014/main" id="{88AC768A-7FFA-7F52-9E09-08081C484B25}"/>
              </a:ext>
            </a:extLst>
          </p:cNvPr>
          <p:cNvSpPr/>
          <p:nvPr/>
        </p:nvSpPr>
        <p:spPr>
          <a:xfrm>
            <a:off x="5524500" y="5364260"/>
            <a:ext cx="3448050" cy="307817"/>
          </a:xfrm>
          <a:prstGeom prst="flowChartAlternate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Возврат в меню</a:t>
            </a:r>
          </a:p>
        </p:txBody>
      </p:sp>
      <p:sp>
        <p:nvSpPr>
          <p:cNvPr id="102" name="Блок-схема: альтернативный процесс 101">
            <a:extLst>
              <a:ext uri="{FF2B5EF4-FFF2-40B4-BE49-F238E27FC236}">
                <a16:creationId xmlns:a16="http://schemas.microsoft.com/office/drawing/2014/main" id="{E639F17B-0A06-95B7-185E-081FD678435F}"/>
              </a:ext>
            </a:extLst>
          </p:cNvPr>
          <p:cNvSpPr/>
          <p:nvPr/>
        </p:nvSpPr>
        <p:spPr>
          <a:xfrm>
            <a:off x="5524500" y="5906532"/>
            <a:ext cx="3448050" cy="307817"/>
          </a:xfrm>
          <a:prstGeom prst="flowChartAlternate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Завершение программы</a:t>
            </a:r>
          </a:p>
        </p:txBody>
      </p:sp>
      <p:cxnSp>
        <p:nvCxnSpPr>
          <p:cNvPr id="104" name="Прямая со стрелкой 103">
            <a:extLst>
              <a:ext uri="{FF2B5EF4-FFF2-40B4-BE49-F238E27FC236}">
                <a16:creationId xmlns:a16="http://schemas.microsoft.com/office/drawing/2014/main" id="{B27259D0-5FE8-6B56-0633-3FE8F8656639}"/>
              </a:ext>
            </a:extLst>
          </p:cNvPr>
          <p:cNvCxnSpPr/>
          <p:nvPr/>
        </p:nvCxnSpPr>
        <p:spPr>
          <a:xfrm flipV="1">
            <a:off x="5349008" y="2899418"/>
            <a:ext cx="175492" cy="1489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Прямая со стрелкой 105">
            <a:extLst>
              <a:ext uri="{FF2B5EF4-FFF2-40B4-BE49-F238E27FC236}">
                <a16:creationId xmlns:a16="http://schemas.microsoft.com/office/drawing/2014/main" id="{DFE213AD-0A2F-FE00-5EEF-F3497DA3BE6B}"/>
              </a:ext>
            </a:extLst>
          </p:cNvPr>
          <p:cNvCxnSpPr/>
          <p:nvPr/>
        </p:nvCxnSpPr>
        <p:spPr>
          <a:xfrm flipV="1">
            <a:off x="5349007" y="3413200"/>
            <a:ext cx="175493" cy="79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Прямая со стрелкой 107">
            <a:extLst>
              <a:ext uri="{FF2B5EF4-FFF2-40B4-BE49-F238E27FC236}">
                <a16:creationId xmlns:a16="http://schemas.microsoft.com/office/drawing/2014/main" id="{A29635D9-45FB-CFEC-18AE-FA57021C1C95}"/>
              </a:ext>
            </a:extLst>
          </p:cNvPr>
          <p:cNvCxnSpPr/>
          <p:nvPr/>
        </p:nvCxnSpPr>
        <p:spPr>
          <a:xfrm flipV="1">
            <a:off x="5349007" y="3943705"/>
            <a:ext cx="175493" cy="1676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Прямая со стрелкой 110">
            <a:extLst>
              <a:ext uri="{FF2B5EF4-FFF2-40B4-BE49-F238E27FC236}">
                <a16:creationId xmlns:a16="http://schemas.microsoft.com/office/drawing/2014/main" id="{5273BB58-D336-5927-ED10-183F285250B1}"/>
              </a:ext>
            </a:extLst>
          </p:cNvPr>
          <p:cNvCxnSpPr/>
          <p:nvPr/>
        </p:nvCxnSpPr>
        <p:spPr>
          <a:xfrm flipV="1">
            <a:off x="5349007" y="4474210"/>
            <a:ext cx="175493" cy="720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Прямая со стрелкой 112">
            <a:extLst>
              <a:ext uri="{FF2B5EF4-FFF2-40B4-BE49-F238E27FC236}">
                <a16:creationId xmlns:a16="http://schemas.microsoft.com/office/drawing/2014/main" id="{39FED6A4-E2FA-6CC9-4E88-3858A73C260B}"/>
              </a:ext>
            </a:extLst>
          </p:cNvPr>
          <p:cNvCxnSpPr/>
          <p:nvPr/>
        </p:nvCxnSpPr>
        <p:spPr>
          <a:xfrm flipV="1">
            <a:off x="5349006" y="5016327"/>
            <a:ext cx="175494" cy="1739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Прямая со стрелкой 114">
            <a:extLst>
              <a:ext uri="{FF2B5EF4-FFF2-40B4-BE49-F238E27FC236}">
                <a16:creationId xmlns:a16="http://schemas.microsoft.com/office/drawing/2014/main" id="{7E4C30EF-E4D0-069B-36AD-9BA507D5A228}"/>
              </a:ext>
            </a:extLst>
          </p:cNvPr>
          <p:cNvCxnSpPr/>
          <p:nvPr/>
        </p:nvCxnSpPr>
        <p:spPr>
          <a:xfrm flipV="1">
            <a:off x="5349006" y="5518169"/>
            <a:ext cx="175494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Прямая со стрелкой 116">
            <a:extLst>
              <a:ext uri="{FF2B5EF4-FFF2-40B4-BE49-F238E27FC236}">
                <a16:creationId xmlns:a16="http://schemas.microsoft.com/office/drawing/2014/main" id="{CCDCEA4E-1A12-BBCB-1DE9-951A4271E532}"/>
              </a:ext>
            </a:extLst>
          </p:cNvPr>
          <p:cNvCxnSpPr/>
          <p:nvPr/>
        </p:nvCxnSpPr>
        <p:spPr>
          <a:xfrm flipV="1">
            <a:off x="5349006" y="6060441"/>
            <a:ext cx="175494" cy="425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0" name="Блок-схема: альтернативный процесс 119">
            <a:extLst>
              <a:ext uri="{FF2B5EF4-FFF2-40B4-BE49-F238E27FC236}">
                <a16:creationId xmlns:a16="http://schemas.microsoft.com/office/drawing/2014/main" id="{BC59D6E9-F7A2-6447-6541-481B2509E362}"/>
              </a:ext>
            </a:extLst>
          </p:cNvPr>
          <p:cNvSpPr/>
          <p:nvPr/>
        </p:nvSpPr>
        <p:spPr>
          <a:xfrm>
            <a:off x="9261476" y="3228459"/>
            <a:ext cx="2670897" cy="307817"/>
          </a:xfrm>
          <a:prstGeom prst="flowChartAlternate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Возврат в меню</a:t>
            </a:r>
          </a:p>
        </p:txBody>
      </p:sp>
      <p:sp>
        <p:nvSpPr>
          <p:cNvPr id="121" name="Блок-схема: альтернативный процесс 120">
            <a:extLst>
              <a:ext uri="{FF2B5EF4-FFF2-40B4-BE49-F238E27FC236}">
                <a16:creationId xmlns:a16="http://schemas.microsoft.com/office/drawing/2014/main" id="{37539302-C334-27D4-9B9C-E5CF0E48B3E0}"/>
              </a:ext>
            </a:extLst>
          </p:cNvPr>
          <p:cNvSpPr/>
          <p:nvPr/>
        </p:nvSpPr>
        <p:spPr>
          <a:xfrm>
            <a:off x="9261476" y="3750439"/>
            <a:ext cx="2670897" cy="307817"/>
          </a:xfrm>
          <a:prstGeom prst="flowChartAlternate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Возврат в меню</a:t>
            </a:r>
          </a:p>
        </p:txBody>
      </p:sp>
      <p:sp>
        <p:nvSpPr>
          <p:cNvPr id="122" name="Блок-схема: альтернативный процесс 121">
            <a:extLst>
              <a:ext uri="{FF2B5EF4-FFF2-40B4-BE49-F238E27FC236}">
                <a16:creationId xmlns:a16="http://schemas.microsoft.com/office/drawing/2014/main" id="{DC13B616-EB47-0281-9578-0B4744326B2A}"/>
              </a:ext>
            </a:extLst>
          </p:cNvPr>
          <p:cNvSpPr/>
          <p:nvPr/>
        </p:nvSpPr>
        <p:spPr>
          <a:xfrm>
            <a:off x="9261476" y="4320300"/>
            <a:ext cx="2670897" cy="307817"/>
          </a:xfrm>
          <a:prstGeom prst="flowChartAlternate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Возврат в меню</a:t>
            </a:r>
          </a:p>
        </p:txBody>
      </p:sp>
      <p:sp>
        <p:nvSpPr>
          <p:cNvPr id="123" name="Блок-схема: альтернативный процесс 122">
            <a:extLst>
              <a:ext uri="{FF2B5EF4-FFF2-40B4-BE49-F238E27FC236}">
                <a16:creationId xmlns:a16="http://schemas.microsoft.com/office/drawing/2014/main" id="{9E9F9C9B-39D2-8EAE-4918-4A292A711C02}"/>
              </a:ext>
            </a:extLst>
          </p:cNvPr>
          <p:cNvSpPr/>
          <p:nvPr/>
        </p:nvSpPr>
        <p:spPr>
          <a:xfrm>
            <a:off x="9261476" y="4857091"/>
            <a:ext cx="2670897" cy="307817"/>
          </a:xfrm>
          <a:prstGeom prst="flowChartAlternate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Возврат в меню</a:t>
            </a:r>
          </a:p>
        </p:txBody>
      </p:sp>
      <p:cxnSp>
        <p:nvCxnSpPr>
          <p:cNvPr id="126" name="Прямая со стрелкой 125">
            <a:extLst>
              <a:ext uri="{FF2B5EF4-FFF2-40B4-BE49-F238E27FC236}">
                <a16:creationId xmlns:a16="http://schemas.microsoft.com/office/drawing/2014/main" id="{F5D19EA3-7305-1243-5E44-AC562B689FF0}"/>
              </a:ext>
            </a:extLst>
          </p:cNvPr>
          <p:cNvCxnSpPr>
            <a:cxnSpLocks/>
            <a:stCxn id="97" idx="3"/>
            <a:endCxn id="120" idx="1"/>
          </p:cNvCxnSpPr>
          <p:nvPr/>
        </p:nvCxnSpPr>
        <p:spPr>
          <a:xfrm flipV="1">
            <a:off x="8972550" y="3382368"/>
            <a:ext cx="288926" cy="308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Прямая со стрелкой 128">
            <a:extLst>
              <a:ext uri="{FF2B5EF4-FFF2-40B4-BE49-F238E27FC236}">
                <a16:creationId xmlns:a16="http://schemas.microsoft.com/office/drawing/2014/main" id="{0C026EB2-B69B-AD8D-A7C3-FCFE5DA10FA9}"/>
              </a:ext>
            </a:extLst>
          </p:cNvPr>
          <p:cNvCxnSpPr>
            <a:stCxn id="98" idx="3"/>
            <a:endCxn id="121" idx="1"/>
          </p:cNvCxnSpPr>
          <p:nvPr/>
        </p:nvCxnSpPr>
        <p:spPr>
          <a:xfrm flipV="1">
            <a:off x="8972550" y="3904348"/>
            <a:ext cx="288926" cy="3935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Прямая со стрелкой 130">
            <a:extLst>
              <a:ext uri="{FF2B5EF4-FFF2-40B4-BE49-F238E27FC236}">
                <a16:creationId xmlns:a16="http://schemas.microsoft.com/office/drawing/2014/main" id="{E8E5AE7C-3E16-14D9-40EC-913FF3846E7B}"/>
              </a:ext>
            </a:extLst>
          </p:cNvPr>
          <p:cNvCxnSpPr>
            <a:stCxn id="99" idx="3"/>
            <a:endCxn id="122" idx="1"/>
          </p:cNvCxnSpPr>
          <p:nvPr/>
        </p:nvCxnSpPr>
        <p:spPr>
          <a:xfrm flipV="1">
            <a:off x="8972550" y="4474209"/>
            <a:ext cx="288926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Прямая со стрелкой 132">
            <a:extLst>
              <a:ext uri="{FF2B5EF4-FFF2-40B4-BE49-F238E27FC236}">
                <a16:creationId xmlns:a16="http://schemas.microsoft.com/office/drawing/2014/main" id="{389DE172-12BF-2CE6-0336-52AF96734752}"/>
              </a:ext>
            </a:extLst>
          </p:cNvPr>
          <p:cNvCxnSpPr>
            <a:stCxn id="100" idx="3"/>
            <a:endCxn id="123" idx="1"/>
          </p:cNvCxnSpPr>
          <p:nvPr/>
        </p:nvCxnSpPr>
        <p:spPr>
          <a:xfrm flipV="1">
            <a:off x="8972550" y="5011000"/>
            <a:ext cx="288926" cy="532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436068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1AEDFC3-9EC9-07E7-D0E5-D70A194B28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Пользовательский интерфейс и тестирование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02EEBFE9-A708-F9AB-3736-F8EAFA8CF12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2976" y="1887874"/>
            <a:ext cx="5336264" cy="4274503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ru-RU" b="1" dirty="0"/>
              <a:t>Интерфейс:</a:t>
            </a:r>
            <a:r>
              <a:rPr lang="ru-RU" dirty="0"/>
              <a:t> Консольное меню с 7 пунктами </a:t>
            </a:r>
          </a:p>
          <a:p>
            <a:pPr marL="0" indent="0">
              <a:buNone/>
            </a:pPr>
            <a:r>
              <a:rPr lang="ru-RU" b="1" dirty="0"/>
              <a:t>Валидация данных:</a:t>
            </a:r>
          </a:p>
          <a:p>
            <a:r>
              <a:rPr lang="ru-RU" dirty="0"/>
              <a:t>При вводе даты рождения проверяется корректность года (1900-2025), месяца (1-12) и дня.</a:t>
            </a:r>
          </a:p>
          <a:p>
            <a:r>
              <a:rPr lang="ru-RU" dirty="0"/>
              <a:t>Стаж и оклад должны быть неотрицательными целыми числами.</a:t>
            </a:r>
          </a:p>
          <a:p>
            <a:r>
              <a:rPr lang="ru-RU" dirty="0"/>
              <a:t>Пол должен быть 'М' или 'Ж'.</a:t>
            </a:r>
          </a:p>
          <a:p>
            <a:endParaRPr lang="ru-RU" dirty="0"/>
          </a:p>
        </p:txBody>
      </p:sp>
      <p:pic>
        <p:nvPicPr>
          <p:cNvPr id="4" name="Рисунок 3" descr="Изображение выглядит как текст, снимок экрана, Шрифт, программное обеспечение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2390A459-7D3F-1DA1-A741-1C1B36E1BAE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17409" y="1887874"/>
            <a:ext cx="4495800" cy="2047875"/>
          </a:xfrm>
          <a:prstGeom prst="rect">
            <a:avLst/>
          </a:prstGeom>
        </p:spPr>
      </p:pic>
      <p:pic>
        <p:nvPicPr>
          <p:cNvPr id="5" name="Рисунок 4" descr="Изображение выглядит как текст, снимок экрана, Шриф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09DEF4FF-6F0D-AC22-F05D-38C9510FF8E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44954"/>
          <a:stretch>
            <a:fillRect/>
          </a:stretch>
        </p:blipFill>
        <p:spPr>
          <a:xfrm>
            <a:off x="6317409" y="4485373"/>
            <a:ext cx="4133850" cy="13265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18841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E3880E5-7DA7-C2E4-41D3-BA9D92BE11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Проверка на ошибки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4A0A15F-5822-2A43-7CC9-7B8DD3015B7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76473" y="1996515"/>
            <a:ext cx="5028446" cy="155244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ru-RU" sz="1800" dirty="0"/>
              <a:t>При загрузке из файла (soiskateli.txt)</a:t>
            </a:r>
          </a:p>
          <a:p>
            <a:pPr marL="0" indent="0">
              <a:buNone/>
            </a:pPr>
            <a:r>
              <a:rPr lang="ru-RU" sz="1800" dirty="0"/>
              <a:t>Проверяется наличие ровно 11 полей в строке.</a:t>
            </a:r>
          </a:p>
          <a:p>
            <a:pPr marL="0" indent="0">
              <a:buNone/>
            </a:pPr>
            <a:r>
              <a:rPr lang="ru-RU" sz="1800" dirty="0"/>
              <a:t>Контролируется тип данных: год, месяц, день, стаж, оклад — должны быть целыми числами.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C39045D9-100D-DFBA-F4B7-250B9FF07B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473" y="4180708"/>
            <a:ext cx="3648584" cy="390580"/>
          </a:xfrm>
          <a:prstGeom prst="rect">
            <a:avLst/>
          </a:prstGeom>
        </p:spPr>
      </p:pic>
      <p:pic>
        <p:nvPicPr>
          <p:cNvPr id="7" name="Рисунок 6" descr="Изображение выглядит как текст, снимок экрана, Шрифт, линия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DB2F06BE-9584-18D1-4AB2-754C517AE2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6473" y="4692569"/>
            <a:ext cx="3562847" cy="533474"/>
          </a:xfrm>
          <a:prstGeom prst="rect">
            <a:avLst/>
          </a:prstGeom>
        </p:spPr>
      </p:pic>
      <p:sp>
        <p:nvSpPr>
          <p:cNvPr id="8" name="Текст 2">
            <a:extLst>
              <a:ext uri="{FF2B5EF4-FFF2-40B4-BE49-F238E27FC236}">
                <a16:creationId xmlns:a16="http://schemas.microsoft.com/office/drawing/2014/main" id="{990CDB17-0FD7-D228-3427-66A71DC95736}"/>
              </a:ext>
            </a:extLst>
          </p:cNvPr>
          <p:cNvSpPr txBox="1">
            <a:spLocks/>
          </p:cNvSpPr>
          <p:nvPr/>
        </p:nvSpPr>
        <p:spPr>
          <a:xfrm>
            <a:off x="5979059" y="1996514"/>
            <a:ext cx="5028446" cy="155244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1600" dirty="0"/>
              <a:t>При интерактивном вводе (добавление/редактирование)</a:t>
            </a:r>
          </a:p>
          <a:p>
            <a:pPr marL="0" indent="0">
              <a:buNone/>
            </a:pPr>
            <a:r>
              <a:rPr lang="ru-RU" sz="1600" dirty="0"/>
              <a:t>ФИО не может быть пустым, Дата рождения запрашивается повторно до тех пор, пока не будет введена корректная.</a:t>
            </a:r>
          </a:p>
          <a:p>
            <a:pPr marL="0" indent="0">
              <a:buNone/>
            </a:pPr>
            <a:r>
              <a:rPr lang="ru-RU" sz="1600" dirty="0"/>
              <a:t>Стаж и оклад должны быть неотрицательными целыми числами.</a:t>
            </a:r>
          </a:p>
          <a:p>
            <a:pPr marL="0" indent="0">
              <a:buNone/>
            </a:pPr>
            <a:r>
              <a:rPr lang="ru-RU" sz="1600" dirty="0"/>
              <a:t>При редактировании: если поле оставлено пустым — значение не изменяется.</a:t>
            </a:r>
          </a:p>
        </p:txBody>
      </p:sp>
      <p:pic>
        <p:nvPicPr>
          <p:cNvPr id="10" name="Рисунок 9" descr="Изображение выглядит как текст, снимок экрана, Шриф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8DBA6B1B-B813-0491-0F17-D1A4D6B6481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44993"/>
          <a:stretch>
            <a:fillRect/>
          </a:stretch>
        </p:blipFill>
        <p:spPr>
          <a:xfrm>
            <a:off x="6096000" y="4959306"/>
            <a:ext cx="4133850" cy="1325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26532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ED16D12-01D6-B536-35DD-029118FE5B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/>
              <a:t>Шейкерная сортировка</a:t>
            </a:r>
            <a:endParaRPr lang="ru-RU" dirty="0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0546FC30-EFE4-8459-D4C5-4BB285141D2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4776" y="1851660"/>
            <a:ext cx="5413710" cy="4853940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ru-RU" b="1"/>
              <a:t>Требование:</a:t>
            </a:r>
            <a:r>
              <a:rPr lang="ru-RU"/>
              <a:t> В соответствии с заданием, все отчёты формируются с использованием </a:t>
            </a:r>
            <a:r>
              <a:rPr lang="ru-RU" b="1"/>
              <a:t>шейкерной (коктейльной) сортировки</a:t>
            </a:r>
            <a:r>
              <a:rPr lang="ru-RU"/>
              <a:t>.</a:t>
            </a:r>
          </a:p>
          <a:p>
            <a:pPr marL="0" indent="0">
              <a:buNone/>
            </a:pPr>
            <a:r>
              <a:rPr lang="ru-RU" b="1"/>
              <a:t>Принцип работы:</a:t>
            </a:r>
            <a:endParaRPr lang="ru-RU"/>
          </a:p>
          <a:p>
            <a:pPr lvl="1"/>
            <a:r>
              <a:rPr lang="ru-RU" sz="2600"/>
              <a:t>Это модификация пузырьковой сортировки.</a:t>
            </a:r>
          </a:p>
          <a:p>
            <a:pPr lvl="1"/>
            <a:r>
              <a:rPr lang="ru-RU" sz="2600"/>
              <a:t>Производит проходы по массиву </a:t>
            </a:r>
            <a:r>
              <a:rPr lang="ru-RU" sz="2600" b="1"/>
              <a:t>в обе стороны</a:t>
            </a:r>
            <a:r>
              <a:rPr lang="ru-RU" sz="2600"/>
              <a:t>.</a:t>
            </a:r>
          </a:p>
          <a:p>
            <a:pPr lvl="1"/>
            <a:r>
              <a:rPr lang="ru-RU" sz="2600"/>
              <a:t>На первом проходе слева направо самый большой элемент "всплывает" в конец.</a:t>
            </a:r>
          </a:p>
          <a:p>
            <a:pPr lvl="1"/>
            <a:r>
              <a:rPr lang="ru-RU" sz="2600"/>
              <a:t>На втором проходе справа налево самый маленький элемент "оседает" в начале.</a:t>
            </a:r>
          </a:p>
          <a:p>
            <a:pPr lvl="1"/>
            <a:r>
              <a:rPr lang="ru-RU" sz="2600"/>
              <a:t>Алгоритм завершается, когда за полный цикл (вперед-назад) не было произведено ни одного обмена</a:t>
            </a:r>
            <a:r>
              <a:rPr lang="ru-RU"/>
              <a:t>.</a:t>
            </a:r>
          </a:p>
          <a:p>
            <a:endParaRPr lang="ru-RU" dirty="0"/>
          </a:p>
        </p:txBody>
      </p:sp>
      <p:pic>
        <p:nvPicPr>
          <p:cNvPr id="1026" name="Picture 2" descr="undefined">
            <a:extLst>
              <a:ext uri="{FF2B5EF4-FFF2-40B4-BE49-F238E27FC236}">
                <a16:creationId xmlns:a16="http://schemas.microsoft.com/office/drawing/2014/main" id="{7DB56F6E-0F62-837A-FA2B-8346E48D68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73515" y="2033589"/>
            <a:ext cx="4501748" cy="41767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16832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E5739B5-C357-5D84-0B02-41347D06EE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Формирование отчётов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9D5C909-5FE6-7D3E-FDF7-D9D211CE806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02771" y="1967774"/>
            <a:ext cx="4996543" cy="4274503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ru-RU" dirty="0"/>
              <a:t>Программа формирует три типа отчётов:</a:t>
            </a:r>
          </a:p>
          <a:p>
            <a:r>
              <a:rPr lang="ru-RU" dirty="0"/>
              <a:t>Полный список: Сортировка по специальность ↑ + фамилия ↑.</a:t>
            </a:r>
          </a:p>
          <a:p>
            <a:r>
              <a:rPr lang="ru-RU" dirty="0"/>
              <a:t>По специальности: Сортировка по стаж ↓ + пол ↓ + фамилия ↑. (Пользователь выбирает специальность).</a:t>
            </a:r>
          </a:p>
          <a:p>
            <a:r>
              <a:rPr lang="ru-RU" dirty="0"/>
              <a:t>По диапазону оклада: Сортировка по ожидаемый оклад ↓ + фамилия ↑. (Пользователь вводит N1 и N2).</a:t>
            </a:r>
          </a:p>
          <a:p>
            <a:endParaRPr lang="ru-RU" dirty="0"/>
          </a:p>
        </p:txBody>
      </p:sp>
      <p:pic>
        <p:nvPicPr>
          <p:cNvPr id="4" name="Рисунок 3" descr="Изображение выглядит как текст, снимок экрана, Шриф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FF9502CE-38D1-D6E5-FD3D-76A0E5F2383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3160" r="3613" b="19343"/>
          <a:stretch>
            <a:fillRect/>
          </a:stretch>
        </p:blipFill>
        <p:spPr>
          <a:xfrm>
            <a:off x="5849439" y="1823395"/>
            <a:ext cx="5725160" cy="1222829"/>
          </a:xfrm>
          <a:prstGeom prst="rect">
            <a:avLst/>
          </a:prstGeom>
        </p:spPr>
      </p:pic>
      <p:pic>
        <p:nvPicPr>
          <p:cNvPr id="5" name="Рисунок 4" descr="Изображение выглядит как текст, снимок экрана, меню, Шриф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558DB8DA-279B-EF3F-5498-8DE80F2B445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6344" b="49999"/>
          <a:stretch>
            <a:fillRect/>
          </a:stretch>
        </p:blipFill>
        <p:spPr>
          <a:xfrm>
            <a:off x="5849439" y="3178931"/>
            <a:ext cx="5725160" cy="1850458"/>
          </a:xfrm>
          <a:prstGeom prst="rect">
            <a:avLst/>
          </a:prstGeom>
        </p:spPr>
      </p:pic>
      <p:pic>
        <p:nvPicPr>
          <p:cNvPr id="6" name="Рисунок 5" descr="Изображение выглядит как текст, снимок экрана, Шриф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FCE6A854-2E0B-2C82-6699-A763E24DBBF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-41504" b="41504"/>
          <a:stretch>
            <a:fillRect/>
          </a:stretch>
        </p:blipFill>
        <p:spPr>
          <a:xfrm>
            <a:off x="5849439" y="4030351"/>
            <a:ext cx="5725160" cy="266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96036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86335B7-295A-C461-FDB2-EFF30554FD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Итог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C50F86D-E176-8A96-8A1A-9C27B9D04C5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1329" y="1905980"/>
            <a:ext cx="10515600" cy="4274503"/>
          </a:xfrm>
        </p:spPr>
        <p:txBody>
          <a:bodyPr/>
          <a:lstStyle/>
          <a:p>
            <a:r>
              <a:rPr lang="ru-RU" dirty="0"/>
              <a:t>Программа «Кадровое агентство» успешно реализована в соответствии с требованиями задания.</a:t>
            </a:r>
          </a:p>
          <a:p>
            <a:r>
              <a:rPr lang="ru-RU" dirty="0"/>
              <a:t>Реализованы все необходимые функции для управления базой данных соискателей.</a:t>
            </a:r>
          </a:p>
          <a:p>
            <a:r>
              <a:rPr lang="ru-RU" dirty="0"/>
              <a:t>Обязательное требование — использование </a:t>
            </a:r>
            <a:r>
              <a:rPr lang="ru-RU" b="1" dirty="0" err="1"/>
              <a:t>шейкерной</a:t>
            </a:r>
            <a:r>
              <a:rPr lang="ru-RU" b="1" dirty="0"/>
              <a:t> сортировки</a:t>
            </a:r>
            <a:r>
              <a:rPr lang="ru-RU" dirty="0"/>
              <a:t> — выполнено для всех отчётов.</a:t>
            </a:r>
          </a:p>
          <a:p>
            <a:r>
              <a:rPr lang="ru-RU" dirty="0"/>
              <a:t>Программа имеет удобный пользовательский интерфейс и встроенные механизмы валидации данных.</a:t>
            </a: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202765487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Другая 37">
      <a:dk1>
        <a:sysClr val="windowText" lastClr="000000"/>
      </a:dk1>
      <a:lt1>
        <a:sysClr val="window" lastClr="FFFFFF"/>
      </a:lt1>
      <a:dk2>
        <a:srgbClr val="595959"/>
      </a:dk2>
      <a:lt2>
        <a:srgbClr val="E7E6E6"/>
      </a:lt2>
      <a:accent1>
        <a:srgbClr val="C62E3E"/>
      </a:accent1>
      <a:accent2>
        <a:srgbClr val="FFC000"/>
      </a:accent2>
      <a:accent3>
        <a:srgbClr val="A5A5A5"/>
      </a:accent3>
      <a:accent4>
        <a:srgbClr val="7030A0"/>
      </a:accent4>
      <a:accent5>
        <a:srgbClr val="4DFE9D"/>
      </a:accent5>
      <a:accent6>
        <a:srgbClr val="046DD5"/>
      </a:accent6>
      <a:hlink>
        <a:srgbClr val="2992FA"/>
      </a:hlink>
      <a:folHlink>
        <a:srgbClr val="7030A0"/>
      </a:folHlink>
    </a:clrScheme>
    <a:fontScheme name="Другая 13">
      <a:majorFont>
        <a:latin typeface="PermianSerifTypeface"/>
        <a:ea typeface=""/>
        <a:cs typeface=""/>
      </a:majorFont>
      <a:minorFont>
        <a:latin typeface="PermianSansTypeface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904</TotalTime>
  <Words>643</Words>
  <Application>Microsoft Office PowerPoint</Application>
  <PresentationFormat>Широкоэкранный</PresentationFormat>
  <Paragraphs>80</Paragraphs>
  <Slides>9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3" baseType="lpstr">
      <vt:lpstr>Arial</vt:lpstr>
      <vt:lpstr>PermianSansTypeface</vt:lpstr>
      <vt:lpstr>PermianSerifTypeface</vt:lpstr>
      <vt:lpstr>Тема Office</vt:lpstr>
      <vt:lpstr>Индивидуальная работа №1 по дисциплине “Языки программирования”: Программа “Кадровое агентство”</vt:lpstr>
      <vt:lpstr>Цели и задачи</vt:lpstr>
      <vt:lpstr>Структура данных и основные функции</vt:lpstr>
      <vt:lpstr>Схема работы программы</vt:lpstr>
      <vt:lpstr>Пользовательский интерфейс и тестирование</vt:lpstr>
      <vt:lpstr>Проверка на ошибки</vt:lpstr>
      <vt:lpstr>Шейкерная сортировка</vt:lpstr>
      <vt:lpstr>Формирование отчётов</vt:lpstr>
      <vt:lpstr>Итог</vt:lpstr>
    </vt:vector>
  </TitlesOfParts>
  <Company>SPecialiST RePack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Полина Масленникова</dc:creator>
  <cp:lastModifiedBy>Анна Гороховская</cp:lastModifiedBy>
  <cp:revision>36</cp:revision>
  <dcterms:created xsi:type="dcterms:W3CDTF">2020-05-17T17:29:28Z</dcterms:created>
  <dcterms:modified xsi:type="dcterms:W3CDTF">2026-01-14T02:51:19Z</dcterms:modified>
</cp:coreProperties>
</file>